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Levelized Cost of Energy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Comparing how much a kilowatt-hour </a:t>
            </a:r>
            <a:r>
              <a:rPr i="1"/>
              <a:t>really</a:t>
            </a:r>
            <a:r>
              <a:rPr/>
              <a:t> costs</a:t>
            </a:r>
            <a:br/>
            <a:br/>
            <a:r>
              <a:rPr/>
              <a:t>PHY199-RAP · Energy in the 21st Century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LCOE?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levelized cost of energy</a:t>
                </a:r>
                <a:r>
                  <a:rPr/>
                  <a:t> is the average price per unit of electricity that pays back </a:t>
                </a:r>
                <a:r>
                  <a:rPr i="1"/>
                  <a:t>all</a:t>
                </a:r>
                <a:r>
                  <a:rPr/>
                  <a:t> lifetime costs of a plant.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LCOE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nor/>
                              <m:sty m:val="p"/>
                            </m:rPr>
                            <m:t>lifetime costs</m:t>
                          </m:r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lifetime energy produced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It lets us compare a solar farm, a gas plant, and a reactor on the </a:t>
                </a:r>
                <a:r>
                  <a:rPr b="1"/>
                  <a:t>same footing</a:t>
                </a:r>
                <a:r>
                  <a:rPr/>
                  <a:t> — dollars per megawatt-hour.</a:t>
                </a:r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simple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 solar farm costs </a:t>
                </a:r>
                <a:r>
                  <a:rPr b="1"/>
                  <a:t>$1,000,000</a:t>
                </a:r>
                <a:r>
                  <a:rPr/>
                  <a:t> to build, runs </a:t>
                </a:r>
                <a:r>
                  <a:rPr b="1"/>
                  <a:t>25 years</a:t>
                </a:r>
                <a:r>
                  <a:rPr/>
                  <a:t>, and makes </a:t>
                </a:r>
                <a:r>
                  <a:rPr b="1"/>
                  <a:t>2,500 MWh per year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LCOE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$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000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000</m:t>
                          </m:r>
                        </m:num>
                        <m:den>
                          <m:r>
                            <m:t>25</m:t>
                          </m:r>
                          <m:r>
                            <m:rPr>
                              <m:sty m:val="p"/>
                            </m:rPr>
                            <m:t>×</m:t>
                          </m:r>
                          <m:r>
                            <m:t>2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500</m:t>
                          </m:r>
                          <m:r>
                            <m:t> </m:t>
                          </m:r>
                          <m:r>
                            <m:rPr>
                              <m:nor/>
                              <m:sty m:val="p"/>
                            </m:rPr>
                            <m:t>MWh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$</m:t>
                      </m:r>
                      <m:r>
                        <m:t>16</m:t>
                      </m:r>
                      <m:r>
                        <m:t> 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nor/>
                          <m:sty m:val="p"/>
                        </m:rPr>
                        <m:t>MWh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i="1"/>
                  <a:t>(Real estimates add fuel, maintenance, and a discount rate — but the idea is the same.)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Rough LCOE by source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Typical LCOE ($/MWh)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Utility solar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30 – 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Onshore wind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25 – 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Natural gas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45 – 75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Nuclear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55 – 90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65 – 150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Cheapest on paper isn’t the whole story — </a:t>
            </a:r>
            <a:r>
              <a:rPr b="1"/>
              <a:t>land, waste, and human cost</a:t>
            </a:r>
            <a:r>
              <a:rPr/>
              <a:t> don’t appear here.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LCOE is a powerful </a:t>
            </a:r>
            <a:r>
              <a:rPr i="1"/>
              <a:t>first</a:t>
            </a:r>
            <a:r>
              <a:rPr/>
              <a:t> comparison —</a:t>
            </a:r>
          </a:p>
          <a:p>
            <a:pPr lvl="0" indent="0" marL="0">
              <a:buNone/>
            </a:pPr>
            <a:r>
              <a:rPr/>
              <a:t>but a fair energy choice weighs the costs it </a:t>
            </a:r>
            <a:r>
              <a:rPr b="1"/>
              <a:t>leaves out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Levelized Cost of Energy</dc:title>
  <dc:creator>PHY199-RAP · Energy in the 21st Century</dc:creator>
  <cp:keywords/>
  <dcterms:created xsi:type="dcterms:W3CDTF">2026-08-15T17:05:41Z</dcterms:created>
  <dcterms:modified xsi:type="dcterms:W3CDTF">2026-08-15T17:05:41Z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Comparing how much a kilowatt-hour really costs</vt:lpwstr>
  </property>
  <property fmtid="{D5CDD505-2E9C-101B-9397-08002B2CF9AE}" pid="10" name="toc-title">
    <vt:lpwstr>Table of contents</vt:lpwstr>
  </property>
</Properties>
</file>