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65" r:id="rId3"/>
    <p:sldId id="260" r:id="rId4"/>
    <p:sldId id="261" r:id="rId5"/>
    <p:sldId id="258" r:id="rId6"/>
    <p:sldId id="259" r:id="rId7"/>
    <p:sldId id="262" r:id="rId8"/>
    <p:sldId id="273" r:id="rId9"/>
    <p:sldId id="274" r:id="rId10"/>
    <p:sldId id="267" r:id="rId11"/>
    <p:sldId id="270" r:id="rId12"/>
    <p:sldId id="271" r:id="rId13"/>
    <p:sldId id="272" r:id="rId14"/>
    <p:sldId id="275" r:id="rId15"/>
    <p:sldId id="276" r:id="rId16"/>
    <p:sldId id="277" r:id="rId17"/>
    <p:sldId id="278"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665"/>
    <p:restoredTop sz="94694"/>
  </p:normalViewPr>
  <p:slideViewPr>
    <p:cSldViewPr snapToGrid="0">
      <p:cViewPr varScale="1">
        <p:scale>
          <a:sx n="117" d="100"/>
          <a:sy n="117" d="100"/>
        </p:scale>
        <p:origin x="992" y="168"/>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solidFill>
                <a:latin typeface="+mn-lt"/>
                <a:ea typeface="+mn-ea"/>
                <a:cs typeface="+mn-cs"/>
              </a:defRPr>
            </a:pPr>
            <a:r>
              <a:rPr lang="en-US" dirty="0">
                <a:solidFill>
                  <a:schemeClr val="tx1"/>
                </a:solidFill>
              </a:rPr>
              <a:t>Data Analysis</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2024</c:v>
                </c:pt>
              </c:strCache>
            </c:strRef>
          </c:tx>
          <c:spPr>
            <a:solidFill>
              <a:schemeClr val="accent1"/>
            </a:solidFill>
            <a:ln>
              <a:noFill/>
            </a:ln>
            <a:effectLst/>
          </c:spPr>
          <c:invertIfNegative val="0"/>
          <c:cat>
            <c:strRef>
              <c:f>Sheet1!$A$2:$A$5</c:f>
              <c:strCache>
                <c:ptCount val="4"/>
                <c:pt idx="0">
                  <c:v>A</c:v>
                </c:pt>
                <c:pt idx="1">
                  <c:v>B</c:v>
                </c:pt>
                <c:pt idx="2">
                  <c:v>C</c:v>
                </c:pt>
                <c:pt idx="3">
                  <c:v>D</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CF18-5949-8349-B216271134C6}"/>
            </c:ext>
          </c:extLst>
        </c:ser>
        <c:ser>
          <c:idx val="1"/>
          <c:order val="1"/>
          <c:tx>
            <c:strRef>
              <c:f>Sheet1!$C$1</c:f>
              <c:strCache>
                <c:ptCount val="1"/>
                <c:pt idx="0">
                  <c:v>2025</c:v>
                </c:pt>
              </c:strCache>
            </c:strRef>
          </c:tx>
          <c:spPr>
            <a:pattFill prst="dkDnDiag">
              <a:fgClr>
                <a:schemeClr val="accent2"/>
              </a:fgClr>
              <a:bgClr>
                <a:schemeClr val="bg1"/>
              </a:bgClr>
            </a:pattFill>
            <a:ln>
              <a:noFill/>
            </a:ln>
            <a:effectLst/>
          </c:spPr>
          <c:invertIfNegative val="0"/>
          <c:cat>
            <c:strRef>
              <c:f>Sheet1!$A$2:$A$5</c:f>
              <c:strCache>
                <c:ptCount val="4"/>
                <c:pt idx="0">
                  <c:v>A</c:v>
                </c:pt>
                <c:pt idx="1">
                  <c:v>B</c:v>
                </c:pt>
                <c:pt idx="2">
                  <c:v>C</c:v>
                </c:pt>
                <c:pt idx="3">
                  <c:v>D</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CF18-5949-8349-B216271134C6}"/>
            </c:ext>
          </c:extLst>
        </c:ser>
        <c:ser>
          <c:idx val="2"/>
          <c:order val="2"/>
          <c:tx>
            <c:strRef>
              <c:f>Sheet1!$D$1</c:f>
              <c:strCache>
                <c:ptCount val="1"/>
                <c:pt idx="0">
                  <c:v>2026</c:v>
                </c:pt>
              </c:strCache>
            </c:strRef>
          </c:tx>
          <c:spPr>
            <a:pattFill prst="pct50">
              <a:fgClr>
                <a:schemeClr val="accent3"/>
              </a:fgClr>
              <a:bgClr>
                <a:schemeClr val="bg1"/>
              </a:bgClr>
            </a:pattFill>
            <a:ln>
              <a:noFill/>
            </a:ln>
            <a:effectLst/>
          </c:spPr>
          <c:invertIfNegative val="0"/>
          <c:cat>
            <c:strRef>
              <c:f>Sheet1!$A$2:$A$5</c:f>
              <c:strCache>
                <c:ptCount val="4"/>
                <c:pt idx="0">
                  <c:v>A</c:v>
                </c:pt>
                <c:pt idx="1">
                  <c:v>B</c:v>
                </c:pt>
                <c:pt idx="2">
                  <c:v>C</c:v>
                </c:pt>
                <c:pt idx="3">
                  <c:v>D</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CF18-5949-8349-B216271134C6}"/>
            </c:ext>
          </c:extLst>
        </c:ser>
        <c:dLbls>
          <c:showLegendKey val="0"/>
          <c:showVal val="0"/>
          <c:showCatName val="0"/>
          <c:showSerName val="0"/>
          <c:showPercent val="0"/>
          <c:showBubbleSize val="0"/>
        </c:dLbls>
        <c:gapWidth val="219"/>
        <c:overlap val="-27"/>
        <c:axId val="48223488"/>
        <c:axId val="48231552"/>
      </c:barChart>
      <c:catAx>
        <c:axId val="4822348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crossAx val="48231552"/>
        <c:crosses val="autoZero"/>
        <c:auto val="1"/>
        <c:lblAlgn val="ctr"/>
        <c:lblOffset val="100"/>
        <c:noMultiLvlLbl val="0"/>
      </c:catAx>
      <c:valAx>
        <c:axId val="4823155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crossAx val="4822348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D5BA36-2DBA-8E4B-A80F-E09890FEEA54}" type="datetimeFigureOut">
              <a:rPr lang="en-US" smtClean="0"/>
              <a:t>3/10/26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665E1F8-3717-4041-B345-9C118A1FFFB2}" type="slidenum">
              <a:rPr lang="en-US" smtClean="0"/>
              <a:t>‹#›</a:t>
            </a:fld>
            <a:endParaRPr lang="en-US"/>
          </a:p>
        </p:txBody>
      </p:sp>
    </p:spTree>
    <p:extLst>
      <p:ext uri="{BB962C8B-B14F-4D97-AF65-F5344CB8AC3E}">
        <p14:creationId xmlns:p14="http://schemas.microsoft.com/office/powerpoint/2010/main" val="35072391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665E1F8-3717-4041-B345-9C118A1FFFB2}" type="slidenum">
              <a:rPr lang="en-US" smtClean="0"/>
              <a:t>2</a:t>
            </a:fld>
            <a:endParaRPr lang="en-US"/>
          </a:p>
        </p:txBody>
      </p:sp>
    </p:spTree>
    <p:extLst>
      <p:ext uri="{BB962C8B-B14F-4D97-AF65-F5344CB8AC3E}">
        <p14:creationId xmlns:p14="http://schemas.microsoft.com/office/powerpoint/2010/main" val="36091388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665E1F8-3717-4041-B345-9C118A1FFFB2}" type="slidenum">
              <a:rPr lang="en-US" smtClean="0"/>
              <a:t>6</a:t>
            </a:fld>
            <a:endParaRPr lang="en-US"/>
          </a:p>
        </p:txBody>
      </p:sp>
    </p:spTree>
    <p:extLst>
      <p:ext uri="{BB962C8B-B14F-4D97-AF65-F5344CB8AC3E}">
        <p14:creationId xmlns:p14="http://schemas.microsoft.com/office/powerpoint/2010/main" val="19416672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665E1F8-3717-4041-B345-9C118A1FFFB2}" type="slidenum">
              <a:rPr lang="en-US" smtClean="0"/>
              <a:t>13</a:t>
            </a:fld>
            <a:endParaRPr lang="en-US"/>
          </a:p>
        </p:txBody>
      </p:sp>
    </p:spTree>
    <p:extLst>
      <p:ext uri="{BB962C8B-B14F-4D97-AF65-F5344CB8AC3E}">
        <p14:creationId xmlns:p14="http://schemas.microsoft.com/office/powerpoint/2010/main" val="40855913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C410FA-7ECD-D4D9-D377-60E0FE6A9038}"/>
              </a:ext>
              <a:ext uri="{C183D7F6-B498-43B3-948B-1728B52AA6E4}">
                <adec:decorative xmlns:adec="http://schemas.microsoft.com/office/drawing/2017/decorative" val="0"/>
              </a:ext>
            </a:extLst>
          </p:cNvPr>
          <p:cNvSpPr>
            <a:spLocks noGrp="1"/>
          </p:cNvSpPr>
          <p:nvPr>
            <p:ph type="ctrTitle" hasCustomPrompt="1"/>
          </p:nvPr>
        </p:nvSpPr>
        <p:spPr>
          <a:xfrm>
            <a:off x="409184" y="1690710"/>
            <a:ext cx="9144000" cy="2405802"/>
          </a:xfrm>
        </p:spPr>
        <p:txBody>
          <a:bodyPr anchor="b"/>
          <a:lstStyle>
            <a:lvl1pPr algn="l">
              <a:lnSpc>
                <a:spcPts val="6000"/>
              </a:lnSpc>
              <a:defRPr sz="6000" b="1" i="0" cap="all" baseline="0">
                <a:solidFill>
                  <a:schemeClr val="bg1"/>
                </a:solidFill>
                <a:latin typeface="Arial" panose="020B0604020202020204" pitchFamily="34" charset="0"/>
                <a:cs typeface="Arial" panose="020B0604020202020204" pitchFamily="34" charset="0"/>
              </a:defRPr>
            </a:lvl1pPr>
          </a:lstStyle>
          <a:p>
            <a:r>
              <a:rPr lang="en-US" dirty="0"/>
              <a:t>Presentation </a:t>
            </a:r>
            <a:br>
              <a:rPr lang="en-US" dirty="0"/>
            </a:br>
            <a:r>
              <a:rPr lang="en-US" dirty="0"/>
              <a:t>Title</a:t>
            </a:r>
          </a:p>
        </p:txBody>
      </p:sp>
      <p:sp>
        <p:nvSpPr>
          <p:cNvPr id="3" name="Subtitle 2">
            <a:extLst>
              <a:ext uri="{FF2B5EF4-FFF2-40B4-BE49-F238E27FC236}">
                <a16:creationId xmlns:a16="http://schemas.microsoft.com/office/drawing/2014/main" id="{17573CCE-562D-8451-99E0-194B6D8D3B0A}"/>
              </a:ext>
              <a:ext uri="{C183D7F6-B498-43B3-948B-1728B52AA6E4}">
                <adec:decorative xmlns:adec="http://schemas.microsoft.com/office/drawing/2017/decorative" val="0"/>
              </a:ext>
            </a:extLst>
          </p:cNvPr>
          <p:cNvSpPr>
            <a:spLocks noGrp="1"/>
          </p:cNvSpPr>
          <p:nvPr>
            <p:ph type="subTitle" idx="1" hasCustomPrompt="1"/>
          </p:nvPr>
        </p:nvSpPr>
        <p:spPr>
          <a:xfrm>
            <a:off x="409184" y="4216314"/>
            <a:ext cx="9144000" cy="1490005"/>
          </a:xfrm>
          <a:prstGeom prst="rect">
            <a:avLst/>
          </a:prstGeom>
        </p:spPr>
        <p:txBody>
          <a:bodyPr/>
          <a:lstStyle>
            <a:lvl1pPr marL="0" indent="0" algn="l">
              <a:buNone/>
              <a:defRPr sz="2800">
                <a:solidFill>
                  <a:schemeClr val="bg1"/>
                </a:solidFill>
                <a:latin typeface="Georgia" panose="02040502050405020303"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Sub-topic text goes here</a:t>
            </a:r>
          </a:p>
        </p:txBody>
      </p:sp>
      <p:pic>
        <p:nvPicPr>
          <p:cNvPr id="6" name="Picture 5">
            <a:extLst>
              <a:ext uri="{FF2B5EF4-FFF2-40B4-BE49-F238E27FC236}">
                <a16:creationId xmlns:a16="http://schemas.microsoft.com/office/drawing/2014/main" id="{6F392352-7DF4-5EB6-32FA-9FB7E764DB7C}"/>
              </a:ext>
              <a:ext uri="{C183D7F6-B498-43B3-948B-1728B52AA6E4}">
                <adec:decorative xmlns:adec="http://schemas.microsoft.com/office/drawing/2017/decorative" val="1"/>
              </a:ext>
            </a:extLst>
          </p:cNvPr>
          <p:cNvPicPr/>
          <p:nvPr userDrawn="1"/>
        </p:nvPicPr>
        <p:blipFill>
          <a:blip r:embed="rId3"/>
          <a:stretch>
            <a:fillRect/>
          </a:stretch>
        </p:blipFill>
        <p:spPr>
          <a:xfrm>
            <a:off x="347064" y="5932815"/>
            <a:ext cx="5492824" cy="637167"/>
          </a:xfrm>
          <a:prstGeom prst="rect">
            <a:avLst/>
          </a:prstGeom>
        </p:spPr>
      </p:pic>
    </p:spTree>
    <p:extLst>
      <p:ext uri="{BB962C8B-B14F-4D97-AF65-F5344CB8AC3E}">
        <p14:creationId xmlns:p14="http://schemas.microsoft.com/office/powerpoint/2010/main" val="11308166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vider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Subtitle 2">
            <a:extLst>
              <a:ext uri="{FF2B5EF4-FFF2-40B4-BE49-F238E27FC236}">
                <a16:creationId xmlns:a16="http://schemas.microsoft.com/office/drawing/2014/main" id="{E03B264A-5859-DC5E-8BB3-FDCEFB5151C4}"/>
              </a:ext>
              <a:ext uri="{C183D7F6-B498-43B3-948B-1728B52AA6E4}">
                <adec:decorative xmlns:adec="http://schemas.microsoft.com/office/drawing/2017/decorative" val="0"/>
              </a:ext>
            </a:extLst>
          </p:cNvPr>
          <p:cNvSpPr>
            <a:spLocks noGrp="1"/>
          </p:cNvSpPr>
          <p:nvPr>
            <p:ph type="subTitle" idx="1" hasCustomPrompt="1"/>
          </p:nvPr>
        </p:nvSpPr>
        <p:spPr>
          <a:xfrm>
            <a:off x="409184" y="4216314"/>
            <a:ext cx="9144000" cy="1834258"/>
          </a:xfrm>
          <a:prstGeom prst="rect">
            <a:avLst/>
          </a:prstGeom>
        </p:spPr>
        <p:txBody>
          <a:bodyPr/>
          <a:lstStyle>
            <a:lvl1pPr marL="0" indent="0" algn="l">
              <a:buNone/>
              <a:defRPr sz="2800">
                <a:solidFill>
                  <a:schemeClr val="bg1"/>
                </a:solidFill>
                <a:latin typeface="Georgia" panose="02040502050405020303"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Sub-topic text goes here</a:t>
            </a:r>
          </a:p>
        </p:txBody>
      </p:sp>
      <p:sp>
        <p:nvSpPr>
          <p:cNvPr id="6" name="Title 1">
            <a:extLst>
              <a:ext uri="{FF2B5EF4-FFF2-40B4-BE49-F238E27FC236}">
                <a16:creationId xmlns:a16="http://schemas.microsoft.com/office/drawing/2014/main" id="{86121344-8E5D-8C90-90D5-425531E533DA}"/>
              </a:ext>
              <a:ext uri="{C183D7F6-B498-43B3-948B-1728B52AA6E4}">
                <adec:decorative xmlns:adec="http://schemas.microsoft.com/office/drawing/2017/decorative" val="0"/>
              </a:ext>
            </a:extLst>
          </p:cNvPr>
          <p:cNvSpPr>
            <a:spLocks noGrp="1"/>
          </p:cNvSpPr>
          <p:nvPr>
            <p:ph type="ctrTitle" hasCustomPrompt="1"/>
          </p:nvPr>
        </p:nvSpPr>
        <p:spPr>
          <a:xfrm>
            <a:off x="409184" y="1690710"/>
            <a:ext cx="9144000" cy="2405802"/>
          </a:xfrm>
        </p:spPr>
        <p:txBody>
          <a:bodyPr anchor="b"/>
          <a:lstStyle>
            <a:lvl1pPr algn="l">
              <a:lnSpc>
                <a:spcPts val="6000"/>
              </a:lnSpc>
              <a:defRPr sz="6000" b="1" i="0" cap="all" baseline="0">
                <a:solidFill>
                  <a:schemeClr val="bg1"/>
                </a:solidFill>
                <a:latin typeface="Arial" panose="020B0604020202020204" pitchFamily="34" charset="0"/>
                <a:cs typeface="Arial" panose="020B0604020202020204" pitchFamily="34" charset="0"/>
              </a:defRPr>
            </a:lvl1pPr>
          </a:lstStyle>
          <a:p>
            <a:r>
              <a:rPr lang="en-US" dirty="0"/>
              <a:t>Divider Slide </a:t>
            </a:r>
            <a:br>
              <a:rPr lang="en-US" dirty="0"/>
            </a:br>
            <a:r>
              <a:rPr lang="en-US" dirty="0"/>
              <a:t>Title</a:t>
            </a:r>
          </a:p>
        </p:txBody>
      </p:sp>
    </p:spTree>
    <p:extLst>
      <p:ext uri="{BB962C8B-B14F-4D97-AF65-F5344CB8AC3E}">
        <p14:creationId xmlns:p14="http://schemas.microsoft.com/office/powerpoint/2010/main" val="27301021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Column Bulleted Lis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D9F6CE-B0F0-D865-9FE6-A7F32345C8D9}"/>
              </a:ext>
              <a:ext uri="{C183D7F6-B498-43B3-948B-1728B52AA6E4}">
                <adec:decorative xmlns:adec="http://schemas.microsoft.com/office/drawing/2017/decorative" val="0"/>
              </a:ext>
            </a:extLst>
          </p:cNvPr>
          <p:cNvSpPr>
            <a:spLocks noGrp="1"/>
          </p:cNvSpPr>
          <p:nvPr>
            <p:ph type="title" hasCustomPrompt="1"/>
          </p:nvPr>
        </p:nvSpPr>
        <p:spPr>
          <a:xfrm>
            <a:off x="394208" y="1433506"/>
            <a:ext cx="10515600" cy="868680"/>
          </a:xfrm>
        </p:spPr>
        <p:txBody>
          <a:bodyPr/>
          <a:lstStyle/>
          <a:p>
            <a:r>
              <a:rPr lang="en-US" dirty="0"/>
              <a:t>Click to edit title</a:t>
            </a:r>
          </a:p>
        </p:txBody>
      </p:sp>
      <p:sp>
        <p:nvSpPr>
          <p:cNvPr id="5" name="Content Placeholder 2">
            <a:extLst>
              <a:ext uri="{FF2B5EF4-FFF2-40B4-BE49-F238E27FC236}">
                <a16:creationId xmlns:a16="http://schemas.microsoft.com/office/drawing/2014/main" id="{F693510E-E52A-43D2-D96B-9045F9A06C1D}"/>
              </a:ext>
              <a:ext uri="{C183D7F6-B498-43B3-948B-1728B52AA6E4}">
                <adec:decorative xmlns:adec="http://schemas.microsoft.com/office/drawing/2017/decorative" val="0"/>
              </a:ext>
            </a:extLst>
          </p:cNvPr>
          <p:cNvSpPr>
            <a:spLocks noGrp="1"/>
          </p:cNvSpPr>
          <p:nvPr>
            <p:ph idx="1" hasCustomPrompt="1"/>
          </p:nvPr>
        </p:nvSpPr>
        <p:spPr>
          <a:xfrm>
            <a:off x="394208" y="2451872"/>
            <a:ext cx="10515600" cy="4048171"/>
          </a:xfrm>
          <a:prstGeom prst="rect">
            <a:avLst/>
          </a:prstGeom>
        </p:spPr>
        <p:txBody>
          <a:bodyPr/>
          <a:lstStyle>
            <a:lvl1pPr>
              <a:lnSpc>
                <a:spcPct val="120000"/>
              </a:lnSpc>
              <a:defRPr/>
            </a:lvl1pPr>
            <a:lvl2pPr>
              <a:lnSpc>
                <a:spcPct val="120000"/>
              </a:lnSpc>
              <a:spcBef>
                <a:spcPts val="400"/>
              </a:spcBef>
              <a:defRPr/>
            </a:lvl2pPr>
            <a:lvl3pPr>
              <a:lnSpc>
                <a:spcPct val="120000"/>
              </a:lnSpc>
              <a:spcBef>
                <a:spcPts val="400"/>
              </a:spcBef>
              <a:defRPr/>
            </a:lvl3pPr>
            <a:lvl4pPr>
              <a:lnSpc>
                <a:spcPct val="120000"/>
              </a:lnSpc>
              <a:spcBef>
                <a:spcPts val="400"/>
              </a:spcBef>
              <a:defRPr/>
            </a:lvl4pPr>
            <a:lvl5pPr>
              <a:lnSpc>
                <a:spcPct val="120000"/>
              </a:lnSpc>
              <a:spcBef>
                <a:spcPts val="400"/>
              </a:spcBef>
              <a:defRPr/>
            </a:lvl5pPr>
          </a:lstStyle>
          <a:p>
            <a:pPr lvl="0"/>
            <a:r>
              <a:rPr lang="en-US" dirty="0"/>
              <a:t>Click here to edit text</a:t>
            </a:r>
          </a:p>
          <a:p>
            <a:pPr lvl="0"/>
            <a:r>
              <a:rPr lang="en-US" dirty="0"/>
              <a:t>Click here to edit text</a:t>
            </a:r>
          </a:p>
          <a:p>
            <a:pPr lvl="1"/>
            <a:r>
              <a:rPr lang="en-US" dirty="0"/>
              <a:t>Second level</a:t>
            </a:r>
          </a:p>
          <a:p>
            <a:pPr lvl="1"/>
            <a:r>
              <a:rPr lang="en-US" dirty="0"/>
              <a:t>Second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F00FA020-8573-C593-D6BB-C7397DC3698D}"/>
              </a:ext>
              <a:ext uri="{C183D7F6-B498-43B3-948B-1728B52AA6E4}">
                <adec:decorative xmlns:adec="http://schemas.microsoft.com/office/drawing/2017/decorative" val="0"/>
              </a:ext>
            </a:extLst>
          </p:cNvPr>
          <p:cNvSpPr>
            <a:spLocks noGrp="1"/>
          </p:cNvSpPr>
          <p:nvPr>
            <p:ph type="sldNum" sz="quarter" idx="12"/>
          </p:nvPr>
        </p:nvSpPr>
        <p:spPr/>
        <p:txBody>
          <a:bodyPr/>
          <a:lstStyle/>
          <a:p>
            <a:fld id="{7B670C77-F8D5-0D45-BCC6-7287AA83D132}" type="slidenum">
              <a:rPr lang="en-US" smtClean="0"/>
              <a:t>‹#›</a:t>
            </a:fld>
            <a:endParaRPr lang="en-US"/>
          </a:p>
        </p:txBody>
      </p:sp>
    </p:spTree>
    <p:extLst>
      <p:ext uri="{BB962C8B-B14F-4D97-AF65-F5344CB8AC3E}">
        <p14:creationId xmlns:p14="http://schemas.microsoft.com/office/powerpoint/2010/main" val="16811477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Column Bulleted List (No Backgroun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88994E2-EA49-29ED-92E0-393343750616}"/>
              </a:ext>
              <a:ext uri="{C183D7F6-B498-43B3-948B-1728B52AA6E4}">
                <adec:decorative xmlns:adec="http://schemas.microsoft.com/office/drawing/2017/decorative" val="1"/>
              </a:ext>
            </a:extLst>
          </p:cNvPr>
          <p:cNvSpPr/>
          <p:nvPr userDrawn="1"/>
        </p:nvSpPr>
        <p:spPr>
          <a:xfrm>
            <a:off x="6807200" y="1371600"/>
            <a:ext cx="5384800" cy="54864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BD9F6CE-B0F0-D865-9FE6-A7F32345C8D9}"/>
              </a:ext>
              <a:ext uri="{C183D7F6-B498-43B3-948B-1728B52AA6E4}">
                <adec:decorative xmlns:adec="http://schemas.microsoft.com/office/drawing/2017/decorative" val="0"/>
              </a:ext>
            </a:extLst>
          </p:cNvPr>
          <p:cNvSpPr>
            <a:spLocks noGrp="1"/>
          </p:cNvSpPr>
          <p:nvPr>
            <p:ph type="title" hasCustomPrompt="1"/>
          </p:nvPr>
        </p:nvSpPr>
        <p:spPr>
          <a:xfrm>
            <a:off x="394208" y="1433506"/>
            <a:ext cx="10515600" cy="868680"/>
          </a:xfrm>
        </p:spPr>
        <p:txBody>
          <a:bodyPr/>
          <a:lstStyle/>
          <a:p>
            <a:r>
              <a:rPr lang="en-US" dirty="0"/>
              <a:t>Click to edit title</a:t>
            </a:r>
          </a:p>
        </p:txBody>
      </p:sp>
      <p:sp>
        <p:nvSpPr>
          <p:cNvPr id="7" name="Content Placeholder 2">
            <a:extLst>
              <a:ext uri="{FF2B5EF4-FFF2-40B4-BE49-F238E27FC236}">
                <a16:creationId xmlns:a16="http://schemas.microsoft.com/office/drawing/2014/main" id="{E00E64E3-43AA-E108-65B7-E60FA7F2EC87}"/>
              </a:ext>
            </a:extLst>
          </p:cNvPr>
          <p:cNvSpPr>
            <a:spLocks noGrp="1"/>
          </p:cNvSpPr>
          <p:nvPr>
            <p:ph idx="1" hasCustomPrompt="1"/>
          </p:nvPr>
        </p:nvSpPr>
        <p:spPr>
          <a:xfrm>
            <a:off x="394208" y="2451872"/>
            <a:ext cx="10515600" cy="4048171"/>
          </a:xfrm>
          <a:prstGeom prst="rect">
            <a:avLst/>
          </a:prstGeom>
        </p:spPr>
        <p:txBody>
          <a:bodyPr/>
          <a:lstStyle>
            <a:lvl1pPr>
              <a:lnSpc>
                <a:spcPct val="120000"/>
              </a:lnSpc>
              <a:defRPr/>
            </a:lvl1pPr>
            <a:lvl2pPr>
              <a:lnSpc>
                <a:spcPct val="120000"/>
              </a:lnSpc>
              <a:spcBef>
                <a:spcPts val="400"/>
              </a:spcBef>
              <a:defRPr/>
            </a:lvl2pPr>
            <a:lvl3pPr>
              <a:lnSpc>
                <a:spcPct val="120000"/>
              </a:lnSpc>
              <a:spcBef>
                <a:spcPts val="400"/>
              </a:spcBef>
              <a:defRPr/>
            </a:lvl3pPr>
            <a:lvl4pPr>
              <a:lnSpc>
                <a:spcPct val="120000"/>
              </a:lnSpc>
              <a:spcBef>
                <a:spcPts val="400"/>
              </a:spcBef>
              <a:defRPr/>
            </a:lvl4pPr>
            <a:lvl5pPr>
              <a:lnSpc>
                <a:spcPct val="120000"/>
              </a:lnSpc>
              <a:spcBef>
                <a:spcPts val="400"/>
              </a:spcBef>
              <a:defRPr/>
            </a:lvl5pPr>
          </a:lstStyle>
          <a:p>
            <a:pPr lvl="0"/>
            <a:r>
              <a:rPr lang="en-US" dirty="0"/>
              <a:t>Click here to edit text</a:t>
            </a:r>
          </a:p>
          <a:p>
            <a:pPr lvl="0"/>
            <a:r>
              <a:rPr lang="en-US" dirty="0"/>
              <a:t>Click here to edit text</a:t>
            </a:r>
          </a:p>
          <a:p>
            <a:pPr lvl="1"/>
            <a:r>
              <a:rPr lang="en-US" dirty="0"/>
              <a:t>Second level</a:t>
            </a:r>
          </a:p>
          <a:p>
            <a:pPr lvl="1"/>
            <a:r>
              <a:rPr lang="en-US" dirty="0"/>
              <a:t>Second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F00FA020-8573-C593-D6BB-C7397DC3698D}"/>
              </a:ext>
              <a:ext uri="{C183D7F6-B498-43B3-948B-1728B52AA6E4}">
                <adec:decorative xmlns:adec="http://schemas.microsoft.com/office/drawing/2017/decorative" val="0"/>
              </a:ext>
            </a:extLst>
          </p:cNvPr>
          <p:cNvSpPr>
            <a:spLocks noGrp="1"/>
          </p:cNvSpPr>
          <p:nvPr>
            <p:ph type="sldNum" sz="quarter" idx="12"/>
          </p:nvPr>
        </p:nvSpPr>
        <p:spPr/>
        <p:txBody>
          <a:bodyPr/>
          <a:lstStyle/>
          <a:p>
            <a:fld id="{7B670C77-F8D5-0D45-BCC6-7287AA83D132}" type="slidenum">
              <a:rPr lang="en-US" smtClean="0"/>
              <a:t>‹#›</a:t>
            </a:fld>
            <a:endParaRPr lang="en-US"/>
          </a:p>
        </p:txBody>
      </p:sp>
    </p:spTree>
    <p:extLst>
      <p:ext uri="{BB962C8B-B14F-4D97-AF65-F5344CB8AC3E}">
        <p14:creationId xmlns:p14="http://schemas.microsoft.com/office/powerpoint/2010/main" val="16565297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Column Tex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D72111FF-5304-D6B1-8333-440DC4F5129A}"/>
              </a:ext>
              <a:ext uri="{C183D7F6-B498-43B3-948B-1728B52AA6E4}">
                <adec:decorative xmlns:adec="http://schemas.microsoft.com/office/drawing/2017/decorative" val="0"/>
              </a:ext>
            </a:extLst>
          </p:cNvPr>
          <p:cNvSpPr>
            <a:spLocks noGrp="1"/>
          </p:cNvSpPr>
          <p:nvPr>
            <p:ph type="title" hasCustomPrompt="1"/>
          </p:nvPr>
        </p:nvSpPr>
        <p:spPr>
          <a:xfrm>
            <a:off x="394208" y="1433506"/>
            <a:ext cx="10515600" cy="868680"/>
          </a:xfrm>
        </p:spPr>
        <p:txBody>
          <a:bodyPr/>
          <a:lstStyle/>
          <a:p>
            <a:r>
              <a:rPr lang="en-US" dirty="0"/>
              <a:t>Click to edit title</a:t>
            </a:r>
          </a:p>
        </p:txBody>
      </p:sp>
      <p:sp>
        <p:nvSpPr>
          <p:cNvPr id="4" name="Text Placeholder 3">
            <a:extLst>
              <a:ext uri="{FF2B5EF4-FFF2-40B4-BE49-F238E27FC236}">
                <a16:creationId xmlns:a16="http://schemas.microsoft.com/office/drawing/2014/main" id="{735A9F8A-F58D-4DBE-FAEF-CB216CFAB2FF}"/>
              </a:ext>
              <a:ext uri="{C183D7F6-B498-43B3-948B-1728B52AA6E4}">
                <adec:decorative xmlns:adec="http://schemas.microsoft.com/office/drawing/2017/decorative" val="0"/>
              </a:ext>
            </a:extLst>
          </p:cNvPr>
          <p:cNvSpPr>
            <a:spLocks noGrp="1"/>
          </p:cNvSpPr>
          <p:nvPr>
            <p:ph type="body" sz="half" idx="2" hasCustomPrompt="1"/>
          </p:nvPr>
        </p:nvSpPr>
        <p:spPr>
          <a:xfrm>
            <a:off x="391564" y="2410823"/>
            <a:ext cx="6270493" cy="3811588"/>
          </a:xfrm>
          <a:prstGeom prst="rect">
            <a:avLst/>
          </a:prstGeom>
        </p:spPr>
        <p:txBody>
          <a:bodyPr/>
          <a:lstStyle>
            <a:lvl1pPr marL="0" indent="0">
              <a:lnSpc>
                <a:spcPct val="120000"/>
              </a:lnSpc>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Lorem ipsum dolor sit amet consectetur et adipiscing elit. Vivamus euismod et leo a condimentum pretium nisl est convallis nisl vitae dapibus elit ligula vel urna. Integer mollis elit vel justo bibendum vitae et efficitur arcu bibendum. consectetur adipiscing elit. Vivamus euismod, leo a condimentum pretium.</a:t>
            </a:r>
          </a:p>
        </p:txBody>
      </p:sp>
      <p:sp>
        <p:nvSpPr>
          <p:cNvPr id="7" name="Slide Number Placeholder 6">
            <a:extLst>
              <a:ext uri="{FF2B5EF4-FFF2-40B4-BE49-F238E27FC236}">
                <a16:creationId xmlns:a16="http://schemas.microsoft.com/office/drawing/2014/main" id="{82145E6A-5CC6-3D59-03B2-79BA22BAC1E2}"/>
              </a:ext>
              <a:ext uri="{C183D7F6-B498-43B3-948B-1728B52AA6E4}">
                <adec:decorative xmlns:adec="http://schemas.microsoft.com/office/drawing/2017/decorative" val="0"/>
              </a:ext>
            </a:extLst>
          </p:cNvPr>
          <p:cNvSpPr>
            <a:spLocks noGrp="1"/>
          </p:cNvSpPr>
          <p:nvPr>
            <p:ph type="sldNum" sz="quarter" idx="12"/>
          </p:nvPr>
        </p:nvSpPr>
        <p:spPr/>
        <p:txBody>
          <a:bodyPr/>
          <a:lstStyle/>
          <a:p>
            <a:fld id="{7B670C77-F8D5-0D45-BCC6-7287AA83D132}" type="slidenum">
              <a:rPr lang="en-US" smtClean="0"/>
              <a:t>‹#›</a:t>
            </a:fld>
            <a:endParaRPr lang="en-US"/>
          </a:p>
        </p:txBody>
      </p:sp>
    </p:spTree>
    <p:extLst>
      <p:ext uri="{BB962C8B-B14F-4D97-AF65-F5344CB8AC3E}">
        <p14:creationId xmlns:p14="http://schemas.microsoft.com/office/powerpoint/2010/main" val="2895778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Column Tex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D72111FF-5304-D6B1-8333-440DC4F5129A}"/>
              </a:ext>
            </a:extLst>
          </p:cNvPr>
          <p:cNvSpPr>
            <a:spLocks noGrp="1"/>
          </p:cNvSpPr>
          <p:nvPr>
            <p:ph type="title" hasCustomPrompt="1"/>
          </p:nvPr>
        </p:nvSpPr>
        <p:spPr>
          <a:xfrm>
            <a:off x="394208" y="1433506"/>
            <a:ext cx="10515600" cy="868680"/>
          </a:xfrm>
        </p:spPr>
        <p:txBody>
          <a:bodyPr/>
          <a:lstStyle/>
          <a:p>
            <a:r>
              <a:rPr lang="en-US" dirty="0"/>
              <a:t>Click to edit title</a:t>
            </a:r>
          </a:p>
        </p:txBody>
      </p:sp>
      <p:sp>
        <p:nvSpPr>
          <p:cNvPr id="4" name="Text Placeholder 3">
            <a:extLst>
              <a:ext uri="{FF2B5EF4-FFF2-40B4-BE49-F238E27FC236}">
                <a16:creationId xmlns:a16="http://schemas.microsoft.com/office/drawing/2014/main" id="{735A9F8A-F58D-4DBE-FAEF-CB216CFAB2FF}"/>
              </a:ext>
              <a:ext uri="{C183D7F6-B498-43B3-948B-1728B52AA6E4}">
                <adec:decorative xmlns:adec="http://schemas.microsoft.com/office/drawing/2017/decorative" val="0"/>
              </a:ext>
            </a:extLst>
          </p:cNvPr>
          <p:cNvSpPr>
            <a:spLocks noGrp="1"/>
          </p:cNvSpPr>
          <p:nvPr>
            <p:ph type="body" sz="half" idx="2" hasCustomPrompt="1"/>
          </p:nvPr>
        </p:nvSpPr>
        <p:spPr>
          <a:xfrm>
            <a:off x="391565" y="2410823"/>
            <a:ext cx="4245750" cy="3811588"/>
          </a:xfrm>
          <a:prstGeom prst="rect">
            <a:avLst/>
          </a:prstGeom>
        </p:spPr>
        <p:txBody>
          <a:bodyPr/>
          <a:lstStyle>
            <a:lvl1pPr marL="0" indent="0">
              <a:lnSpc>
                <a:spcPct val="120000"/>
              </a:lnSpc>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Lorem ipsum dolor et unus sit amet consectetur et pretium a adipiscing elit. Vivamus euismod et leo a vitae condimentum mollis pretium nisl est convallis nisl urna vitae dapibus elit ligula vel urna. Integer mollis elit vel justo bibendum vitae.</a:t>
            </a:r>
          </a:p>
        </p:txBody>
      </p:sp>
      <p:sp>
        <p:nvSpPr>
          <p:cNvPr id="2" name="Text Placeholder 3">
            <a:extLst>
              <a:ext uri="{FF2B5EF4-FFF2-40B4-BE49-F238E27FC236}">
                <a16:creationId xmlns:a16="http://schemas.microsoft.com/office/drawing/2014/main" id="{F29B7451-E98E-FC17-C95F-97570ABD4F77}"/>
              </a:ext>
            </a:extLst>
          </p:cNvPr>
          <p:cNvSpPr>
            <a:spLocks noGrp="1"/>
          </p:cNvSpPr>
          <p:nvPr>
            <p:ph type="body" sz="half" idx="13" hasCustomPrompt="1"/>
          </p:nvPr>
        </p:nvSpPr>
        <p:spPr>
          <a:xfrm>
            <a:off x="4909137" y="2410823"/>
            <a:ext cx="4245750" cy="3811588"/>
          </a:xfrm>
          <a:prstGeom prst="rect">
            <a:avLst/>
          </a:prstGeom>
        </p:spPr>
        <p:txBody>
          <a:bodyPr/>
          <a:lstStyle>
            <a:lvl1pPr marL="0" indent="0">
              <a:lnSpc>
                <a:spcPct val="120000"/>
              </a:lnSpc>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Lorem ipsum dolor et unus sit amet consectetur et pretium a adipiscing elit. Vivamus euismod et leo a vitae condimentum mollis pretium nisl est convallis nisl urna vitae dapibus elit ligula vel urna. Integer mollis elit vel justo bibendum vitae.</a:t>
            </a:r>
          </a:p>
        </p:txBody>
      </p:sp>
      <p:sp>
        <p:nvSpPr>
          <p:cNvPr id="7" name="Slide Number Placeholder 6">
            <a:extLst>
              <a:ext uri="{FF2B5EF4-FFF2-40B4-BE49-F238E27FC236}">
                <a16:creationId xmlns:a16="http://schemas.microsoft.com/office/drawing/2014/main" id="{82145E6A-5CC6-3D59-03B2-79BA22BAC1E2}"/>
              </a:ext>
              <a:ext uri="{C183D7F6-B498-43B3-948B-1728B52AA6E4}">
                <adec:decorative xmlns:adec="http://schemas.microsoft.com/office/drawing/2017/decorative" val="0"/>
              </a:ext>
            </a:extLst>
          </p:cNvPr>
          <p:cNvSpPr>
            <a:spLocks noGrp="1"/>
          </p:cNvSpPr>
          <p:nvPr>
            <p:ph type="sldNum" sz="quarter" idx="12"/>
          </p:nvPr>
        </p:nvSpPr>
        <p:spPr/>
        <p:txBody>
          <a:bodyPr/>
          <a:lstStyle/>
          <a:p>
            <a:fld id="{7B670C77-F8D5-0D45-BCC6-7287AA83D132}" type="slidenum">
              <a:rPr lang="en-US" smtClean="0"/>
              <a:t>‹#›</a:t>
            </a:fld>
            <a:endParaRPr lang="en-US"/>
          </a:p>
        </p:txBody>
      </p:sp>
    </p:spTree>
    <p:extLst>
      <p:ext uri="{BB962C8B-B14F-4D97-AF65-F5344CB8AC3E}">
        <p14:creationId xmlns:p14="http://schemas.microsoft.com/office/powerpoint/2010/main" val="14090397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Column Bulleted List">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813FBDA0-6DAD-2BD7-8995-0DD004DCD42A}"/>
              </a:ext>
              <a:ext uri="{C183D7F6-B498-43B3-948B-1728B52AA6E4}">
                <adec:decorative xmlns:adec="http://schemas.microsoft.com/office/drawing/2017/decorative" val="0"/>
              </a:ext>
            </a:extLst>
          </p:cNvPr>
          <p:cNvSpPr>
            <a:spLocks noGrp="1"/>
          </p:cNvSpPr>
          <p:nvPr>
            <p:ph type="title" hasCustomPrompt="1"/>
          </p:nvPr>
        </p:nvSpPr>
        <p:spPr>
          <a:xfrm>
            <a:off x="394208" y="1433506"/>
            <a:ext cx="10515600" cy="868680"/>
          </a:xfrm>
        </p:spPr>
        <p:txBody>
          <a:bodyPr/>
          <a:lstStyle/>
          <a:p>
            <a:r>
              <a:rPr lang="en-US" dirty="0"/>
              <a:t>Click to edit title</a:t>
            </a:r>
          </a:p>
        </p:txBody>
      </p:sp>
      <p:sp>
        <p:nvSpPr>
          <p:cNvPr id="8" name="Content Placeholder 2">
            <a:extLst>
              <a:ext uri="{FF2B5EF4-FFF2-40B4-BE49-F238E27FC236}">
                <a16:creationId xmlns:a16="http://schemas.microsoft.com/office/drawing/2014/main" id="{C7D848CF-329C-12E6-A53F-3C3893FC5442}"/>
              </a:ext>
              <a:ext uri="{C183D7F6-B498-43B3-948B-1728B52AA6E4}">
                <adec:decorative xmlns:adec="http://schemas.microsoft.com/office/drawing/2017/decorative" val="0"/>
              </a:ext>
            </a:extLst>
          </p:cNvPr>
          <p:cNvSpPr>
            <a:spLocks noGrp="1"/>
          </p:cNvSpPr>
          <p:nvPr>
            <p:ph idx="1" hasCustomPrompt="1"/>
          </p:nvPr>
        </p:nvSpPr>
        <p:spPr>
          <a:xfrm>
            <a:off x="394208" y="2451872"/>
            <a:ext cx="5029200" cy="4050791"/>
          </a:xfrm>
          <a:prstGeom prst="rect">
            <a:avLst/>
          </a:prstGeom>
        </p:spPr>
        <p:txBody>
          <a:bodyPr/>
          <a:lstStyle>
            <a:lvl1pPr>
              <a:lnSpc>
                <a:spcPct val="120000"/>
              </a:lnSpc>
              <a:defRPr/>
            </a:lvl1pPr>
            <a:lvl2pPr>
              <a:lnSpc>
                <a:spcPct val="120000"/>
              </a:lnSpc>
              <a:spcBef>
                <a:spcPts val="400"/>
              </a:spcBef>
              <a:defRPr/>
            </a:lvl2pPr>
            <a:lvl3pPr>
              <a:lnSpc>
                <a:spcPct val="120000"/>
              </a:lnSpc>
              <a:spcBef>
                <a:spcPts val="400"/>
              </a:spcBef>
              <a:defRPr/>
            </a:lvl3pPr>
            <a:lvl4pPr>
              <a:lnSpc>
                <a:spcPct val="120000"/>
              </a:lnSpc>
              <a:spcBef>
                <a:spcPts val="400"/>
              </a:spcBef>
              <a:defRPr/>
            </a:lvl4pPr>
            <a:lvl5pPr>
              <a:lnSpc>
                <a:spcPct val="120000"/>
              </a:lnSpc>
              <a:spcBef>
                <a:spcPts val="400"/>
              </a:spcBef>
              <a:defRPr/>
            </a:lvl5pPr>
          </a:lstStyle>
          <a:p>
            <a:pPr lvl="0"/>
            <a:r>
              <a:rPr lang="en-US" dirty="0"/>
              <a:t>Click here to edit text</a:t>
            </a:r>
          </a:p>
          <a:p>
            <a:pPr lvl="0"/>
            <a:r>
              <a:rPr lang="en-US" dirty="0"/>
              <a:t>Click here to edit text</a:t>
            </a:r>
          </a:p>
          <a:p>
            <a:pPr lvl="1"/>
            <a:r>
              <a:rPr lang="en-US" dirty="0"/>
              <a:t>Second level</a:t>
            </a:r>
          </a:p>
          <a:p>
            <a:pPr lvl="1"/>
            <a:r>
              <a:rPr lang="en-US" dirty="0"/>
              <a:t>Second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2">
            <a:extLst>
              <a:ext uri="{FF2B5EF4-FFF2-40B4-BE49-F238E27FC236}">
                <a16:creationId xmlns:a16="http://schemas.microsoft.com/office/drawing/2014/main" id="{0E746082-11FB-1BAB-9564-CFA32F2BC5F7}"/>
              </a:ext>
              <a:ext uri="{C183D7F6-B498-43B3-948B-1728B52AA6E4}">
                <adec:decorative xmlns:adec="http://schemas.microsoft.com/office/drawing/2017/decorative" val="0"/>
              </a:ext>
            </a:extLst>
          </p:cNvPr>
          <p:cNvSpPr>
            <a:spLocks noGrp="1"/>
          </p:cNvSpPr>
          <p:nvPr>
            <p:ph idx="13" hasCustomPrompt="1"/>
          </p:nvPr>
        </p:nvSpPr>
        <p:spPr>
          <a:xfrm>
            <a:off x="5878286" y="2451872"/>
            <a:ext cx="5031522" cy="4048171"/>
          </a:xfrm>
          <a:prstGeom prst="rect">
            <a:avLst/>
          </a:prstGeom>
        </p:spPr>
        <p:txBody>
          <a:bodyPr/>
          <a:lstStyle>
            <a:lvl1pPr>
              <a:lnSpc>
                <a:spcPct val="120000"/>
              </a:lnSpc>
              <a:defRPr/>
            </a:lvl1pPr>
            <a:lvl2pPr>
              <a:lnSpc>
                <a:spcPct val="120000"/>
              </a:lnSpc>
              <a:spcBef>
                <a:spcPts val="400"/>
              </a:spcBef>
              <a:defRPr/>
            </a:lvl2pPr>
            <a:lvl3pPr>
              <a:lnSpc>
                <a:spcPct val="120000"/>
              </a:lnSpc>
              <a:spcBef>
                <a:spcPts val="400"/>
              </a:spcBef>
              <a:defRPr/>
            </a:lvl3pPr>
            <a:lvl4pPr>
              <a:lnSpc>
                <a:spcPct val="120000"/>
              </a:lnSpc>
              <a:spcBef>
                <a:spcPts val="400"/>
              </a:spcBef>
              <a:defRPr/>
            </a:lvl4pPr>
            <a:lvl5pPr>
              <a:lnSpc>
                <a:spcPct val="120000"/>
              </a:lnSpc>
              <a:spcBef>
                <a:spcPts val="400"/>
              </a:spcBef>
              <a:defRPr/>
            </a:lvl5pPr>
          </a:lstStyle>
          <a:p>
            <a:pPr lvl="0"/>
            <a:r>
              <a:rPr lang="en-US" dirty="0"/>
              <a:t>Click here to edit text</a:t>
            </a:r>
          </a:p>
          <a:p>
            <a:pPr lvl="0"/>
            <a:r>
              <a:rPr lang="en-US" dirty="0"/>
              <a:t>Click here to edit text</a:t>
            </a:r>
          </a:p>
          <a:p>
            <a:pPr lvl="1"/>
            <a:r>
              <a:rPr lang="en-US" dirty="0"/>
              <a:t>Second level</a:t>
            </a:r>
          </a:p>
          <a:p>
            <a:pPr lvl="1"/>
            <a:r>
              <a:rPr lang="en-US" dirty="0"/>
              <a:t>Second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6">
            <a:extLst>
              <a:ext uri="{FF2B5EF4-FFF2-40B4-BE49-F238E27FC236}">
                <a16:creationId xmlns:a16="http://schemas.microsoft.com/office/drawing/2014/main" id="{6716837F-65A2-482E-691B-FA0A12696BC6}"/>
              </a:ext>
              <a:ext uri="{C183D7F6-B498-43B3-948B-1728B52AA6E4}">
                <adec:decorative xmlns:adec="http://schemas.microsoft.com/office/drawing/2017/decorative" val="0"/>
              </a:ext>
            </a:extLst>
          </p:cNvPr>
          <p:cNvSpPr>
            <a:spLocks noGrp="1"/>
          </p:cNvSpPr>
          <p:nvPr>
            <p:ph type="sldNum" sz="quarter" idx="12"/>
          </p:nvPr>
        </p:nvSpPr>
        <p:spPr/>
        <p:txBody>
          <a:bodyPr/>
          <a:lstStyle/>
          <a:p>
            <a:fld id="{7B670C77-F8D5-0D45-BCC6-7287AA83D132}" type="slidenum">
              <a:rPr lang="en-US" smtClean="0"/>
              <a:t>‹#›</a:t>
            </a:fld>
            <a:endParaRPr lang="en-US"/>
          </a:p>
        </p:txBody>
      </p:sp>
    </p:spTree>
    <p:extLst>
      <p:ext uri="{BB962C8B-B14F-4D97-AF65-F5344CB8AC3E}">
        <p14:creationId xmlns:p14="http://schemas.microsoft.com/office/powerpoint/2010/main" val="2045767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Column Sub-title Bulleted Lis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D9F6CE-B0F0-D865-9FE6-A7F32345C8D9}"/>
              </a:ext>
              <a:ext uri="{C183D7F6-B498-43B3-948B-1728B52AA6E4}">
                <adec:decorative xmlns:adec="http://schemas.microsoft.com/office/drawing/2017/decorative" val="0"/>
              </a:ext>
            </a:extLst>
          </p:cNvPr>
          <p:cNvSpPr>
            <a:spLocks noGrp="1"/>
          </p:cNvSpPr>
          <p:nvPr>
            <p:ph type="title" hasCustomPrompt="1"/>
          </p:nvPr>
        </p:nvSpPr>
        <p:spPr>
          <a:xfrm>
            <a:off x="394208" y="1433506"/>
            <a:ext cx="10515600" cy="868680"/>
          </a:xfrm>
        </p:spPr>
        <p:txBody>
          <a:bodyPr/>
          <a:lstStyle/>
          <a:p>
            <a:r>
              <a:rPr lang="en-US" dirty="0"/>
              <a:t>Click to edit title</a:t>
            </a:r>
          </a:p>
        </p:txBody>
      </p:sp>
      <p:sp>
        <p:nvSpPr>
          <p:cNvPr id="6" name="Slide Number Placeholder 5">
            <a:extLst>
              <a:ext uri="{FF2B5EF4-FFF2-40B4-BE49-F238E27FC236}">
                <a16:creationId xmlns:a16="http://schemas.microsoft.com/office/drawing/2014/main" id="{F00FA020-8573-C593-D6BB-C7397DC3698D}"/>
              </a:ext>
            </a:extLst>
          </p:cNvPr>
          <p:cNvSpPr>
            <a:spLocks noGrp="1"/>
          </p:cNvSpPr>
          <p:nvPr>
            <p:ph type="sldNum" sz="quarter" idx="12"/>
          </p:nvPr>
        </p:nvSpPr>
        <p:spPr/>
        <p:txBody>
          <a:bodyPr/>
          <a:lstStyle/>
          <a:p>
            <a:fld id="{7B670C77-F8D5-0D45-BCC6-7287AA83D132}" type="slidenum">
              <a:rPr lang="en-US" smtClean="0"/>
              <a:t>‹#›</a:t>
            </a:fld>
            <a:endParaRPr lang="en-US"/>
          </a:p>
        </p:txBody>
      </p:sp>
      <p:sp>
        <p:nvSpPr>
          <p:cNvPr id="4" name="Content Placeholder 2">
            <a:extLst>
              <a:ext uri="{FF2B5EF4-FFF2-40B4-BE49-F238E27FC236}">
                <a16:creationId xmlns:a16="http://schemas.microsoft.com/office/drawing/2014/main" id="{1FE57A07-9930-44A5-B8A4-E2B0497B9772}"/>
              </a:ext>
              <a:ext uri="{C183D7F6-B498-43B3-948B-1728B52AA6E4}">
                <adec:decorative xmlns:adec="http://schemas.microsoft.com/office/drawing/2017/decorative" val="0"/>
              </a:ext>
            </a:extLst>
          </p:cNvPr>
          <p:cNvSpPr>
            <a:spLocks noGrp="1"/>
          </p:cNvSpPr>
          <p:nvPr>
            <p:ph idx="1" hasCustomPrompt="1"/>
          </p:nvPr>
        </p:nvSpPr>
        <p:spPr>
          <a:xfrm>
            <a:off x="394206" y="2456033"/>
            <a:ext cx="10515600" cy="517986"/>
          </a:xfrm>
          <a:prstGeom prst="rect">
            <a:avLst/>
          </a:prstGeom>
        </p:spPr>
        <p:txBody>
          <a:bodyPr anchor="b" anchorCtr="0"/>
          <a:lstStyle>
            <a:lvl1pPr marL="0" indent="0">
              <a:lnSpc>
                <a:spcPct val="100000"/>
              </a:lnSpc>
              <a:spcBef>
                <a:spcPts val="0"/>
              </a:spcBef>
              <a:buFontTx/>
              <a:buNone/>
              <a:defRPr sz="1600" b="1" cap="all" baseline="0">
                <a:solidFill>
                  <a:schemeClr val="tx2"/>
                </a:solidFill>
              </a:defRPr>
            </a:lvl1pPr>
            <a:lvl2pPr>
              <a:buFont typeface="Arial" panose="020B0604020202020204" pitchFamily="34" charset="0"/>
              <a:buChar char="•"/>
              <a:defRPr/>
            </a:lvl2pPr>
            <a:lvl3pPr>
              <a:spcBef>
                <a:spcPts val="400"/>
              </a:spcBef>
              <a:buFont typeface="System Font Regular"/>
              <a:buChar char="−"/>
              <a:defRPr sz="1800"/>
            </a:lvl3pPr>
          </a:lstStyle>
          <a:p>
            <a:pPr lvl="0"/>
            <a:r>
              <a:rPr lang="en-US" dirty="0"/>
              <a:t>Click here to edit Sub-title</a:t>
            </a:r>
          </a:p>
        </p:txBody>
      </p:sp>
      <p:sp>
        <p:nvSpPr>
          <p:cNvPr id="5" name="Content Placeholder 2">
            <a:extLst>
              <a:ext uri="{FF2B5EF4-FFF2-40B4-BE49-F238E27FC236}">
                <a16:creationId xmlns:a16="http://schemas.microsoft.com/office/drawing/2014/main" id="{A2FF8DBE-F14C-4661-C6FB-66F0BEF55947}"/>
              </a:ext>
              <a:ext uri="{C183D7F6-B498-43B3-948B-1728B52AA6E4}">
                <adec:decorative xmlns:adec="http://schemas.microsoft.com/office/drawing/2017/decorative" val="0"/>
              </a:ext>
            </a:extLst>
          </p:cNvPr>
          <p:cNvSpPr>
            <a:spLocks noGrp="1"/>
          </p:cNvSpPr>
          <p:nvPr>
            <p:ph idx="14" hasCustomPrompt="1"/>
          </p:nvPr>
        </p:nvSpPr>
        <p:spPr>
          <a:xfrm>
            <a:off x="394208" y="3095375"/>
            <a:ext cx="10515600" cy="3184283"/>
          </a:xfrm>
          <a:prstGeom prst="rect">
            <a:avLst/>
          </a:prstGeom>
        </p:spPr>
        <p:txBody>
          <a:bodyPr/>
          <a:lstStyle>
            <a:lvl1pPr>
              <a:lnSpc>
                <a:spcPct val="120000"/>
              </a:lnSpc>
              <a:defRPr/>
            </a:lvl1pPr>
            <a:lvl2pPr>
              <a:lnSpc>
                <a:spcPct val="120000"/>
              </a:lnSpc>
              <a:spcBef>
                <a:spcPts val="400"/>
              </a:spcBef>
              <a:defRPr/>
            </a:lvl2pPr>
            <a:lvl3pPr>
              <a:lnSpc>
                <a:spcPct val="120000"/>
              </a:lnSpc>
              <a:spcBef>
                <a:spcPts val="400"/>
              </a:spcBef>
              <a:defRPr/>
            </a:lvl3pPr>
            <a:lvl4pPr>
              <a:lnSpc>
                <a:spcPct val="120000"/>
              </a:lnSpc>
              <a:spcBef>
                <a:spcPts val="400"/>
              </a:spcBef>
              <a:defRPr/>
            </a:lvl4pPr>
            <a:lvl5pPr>
              <a:lnSpc>
                <a:spcPct val="120000"/>
              </a:lnSpc>
              <a:spcBef>
                <a:spcPts val="400"/>
              </a:spcBef>
              <a:defRPr/>
            </a:lvl5pPr>
          </a:lstStyle>
          <a:p>
            <a:pPr lvl="0"/>
            <a:r>
              <a:rPr lang="en-US" dirty="0"/>
              <a:t>Click here to edit text</a:t>
            </a:r>
          </a:p>
          <a:p>
            <a:pPr lvl="0"/>
            <a:r>
              <a:rPr lang="en-US" dirty="0"/>
              <a:t>Click here to edit text</a:t>
            </a:r>
          </a:p>
          <a:p>
            <a:pPr lvl="1"/>
            <a:r>
              <a:rPr lang="en-US" dirty="0"/>
              <a:t>Second level</a:t>
            </a:r>
          </a:p>
          <a:p>
            <a:pPr lvl="1"/>
            <a:r>
              <a:rPr lang="en-US" dirty="0"/>
              <a:t>Second level</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2783114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Column Sub-title Bulleted Lis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D9F6CE-B0F0-D865-9FE6-A7F32345C8D9}"/>
              </a:ext>
              <a:ext uri="{C183D7F6-B498-43B3-948B-1728B52AA6E4}">
                <adec:decorative xmlns:adec="http://schemas.microsoft.com/office/drawing/2017/decorative" val="0"/>
              </a:ext>
            </a:extLst>
          </p:cNvPr>
          <p:cNvSpPr>
            <a:spLocks noGrp="1"/>
          </p:cNvSpPr>
          <p:nvPr>
            <p:ph type="title" hasCustomPrompt="1"/>
          </p:nvPr>
        </p:nvSpPr>
        <p:spPr>
          <a:xfrm>
            <a:off x="394208" y="1433506"/>
            <a:ext cx="10515600" cy="868680"/>
          </a:xfrm>
        </p:spPr>
        <p:txBody>
          <a:bodyPr/>
          <a:lstStyle/>
          <a:p>
            <a:r>
              <a:rPr lang="en-US" dirty="0"/>
              <a:t>Click to edit title</a:t>
            </a:r>
          </a:p>
        </p:txBody>
      </p:sp>
      <p:sp>
        <p:nvSpPr>
          <p:cNvPr id="6" name="Slide Number Placeholder 5">
            <a:extLst>
              <a:ext uri="{FF2B5EF4-FFF2-40B4-BE49-F238E27FC236}">
                <a16:creationId xmlns:a16="http://schemas.microsoft.com/office/drawing/2014/main" id="{F00FA020-8573-C593-D6BB-C7397DC3698D}"/>
              </a:ext>
            </a:extLst>
          </p:cNvPr>
          <p:cNvSpPr>
            <a:spLocks noGrp="1"/>
          </p:cNvSpPr>
          <p:nvPr>
            <p:ph type="sldNum" sz="quarter" idx="12"/>
          </p:nvPr>
        </p:nvSpPr>
        <p:spPr/>
        <p:txBody>
          <a:bodyPr/>
          <a:lstStyle/>
          <a:p>
            <a:fld id="{7B670C77-F8D5-0D45-BCC6-7287AA83D132}" type="slidenum">
              <a:rPr lang="en-US" smtClean="0"/>
              <a:t>‹#›</a:t>
            </a:fld>
            <a:endParaRPr lang="en-US"/>
          </a:p>
        </p:txBody>
      </p:sp>
      <p:sp>
        <p:nvSpPr>
          <p:cNvPr id="12" name="Content Placeholder 2">
            <a:extLst>
              <a:ext uri="{FF2B5EF4-FFF2-40B4-BE49-F238E27FC236}">
                <a16:creationId xmlns:a16="http://schemas.microsoft.com/office/drawing/2014/main" id="{430A87E8-FC38-EF63-519A-A20B6C53B421}"/>
              </a:ext>
              <a:ext uri="{C183D7F6-B498-43B3-948B-1728B52AA6E4}">
                <adec:decorative xmlns:adec="http://schemas.microsoft.com/office/drawing/2017/decorative" val="0"/>
              </a:ext>
            </a:extLst>
          </p:cNvPr>
          <p:cNvSpPr>
            <a:spLocks noGrp="1"/>
          </p:cNvSpPr>
          <p:nvPr>
            <p:ph idx="1" hasCustomPrompt="1"/>
          </p:nvPr>
        </p:nvSpPr>
        <p:spPr>
          <a:xfrm>
            <a:off x="394206" y="2456033"/>
            <a:ext cx="4939792" cy="517986"/>
          </a:xfrm>
          <a:prstGeom prst="rect">
            <a:avLst/>
          </a:prstGeom>
        </p:spPr>
        <p:txBody>
          <a:bodyPr anchor="b" anchorCtr="0"/>
          <a:lstStyle>
            <a:lvl1pPr marL="0" indent="0">
              <a:lnSpc>
                <a:spcPct val="100000"/>
              </a:lnSpc>
              <a:spcBef>
                <a:spcPts val="0"/>
              </a:spcBef>
              <a:buFontTx/>
              <a:buNone/>
              <a:defRPr sz="1600" b="1" cap="all" baseline="0">
                <a:solidFill>
                  <a:schemeClr val="tx2"/>
                </a:solidFill>
              </a:defRPr>
            </a:lvl1pPr>
            <a:lvl2pPr>
              <a:buFont typeface="Arial" panose="020B0604020202020204" pitchFamily="34" charset="0"/>
              <a:buChar char="•"/>
              <a:defRPr/>
            </a:lvl2pPr>
            <a:lvl3pPr>
              <a:spcBef>
                <a:spcPts val="400"/>
              </a:spcBef>
              <a:buFont typeface="System Font Regular"/>
              <a:buChar char="−"/>
              <a:defRPr sz="1800"/>
            </a:lvl3pPr>
          </a:lstStyle>
          <a:p>
            <a:pPr lvl="0"/>
            <a:r>
              <a:rPr lang="en-US" dirty="0"/>
              <a:t>Click here to edit Sub-title</a:t>
            </a:r>
          </a:p>
        </p:txBody>
      </p:sp>
      <p:sp>
        <p:nvSpPr>
          <p:cNvPr id="13" name="Content Placeholder 2">
            <a:extLst>
              <a:ext uri="{FF2B5EF4-FFF2-40B4-BE49-F238E27FC236}">
                <a16:creationId xmlns:a16="http://schemas.microsoft.com/office/drawing/2014/main" id="{03372A22-8E95-EEF5-A75E-63F3C0F2C29E}"/>
              </a:ext>
              <a:ext uri="{C183D7F6-B498-43B3-948B-1728B52AA6E4}">
                <adec:decorative xmlns:adec="http://schemas.microsoft.com/office/drawing/2017/decorative" val="0"/>
              </a:ext>
            </a:extLst>
          </p:cNvPr>
          <p:cNvSpPr>
            <a:spLocks noGrp="1"/>
          </p:cNvSpPr>
          <p:nvPr>
            <p:ph idx="14" hasCustomPrompt="1"/>
          </p:nvPr>
        </p:nvSpPr>
        <p:spPr>
          <a:xfrm>
            <a:off x="394208" y="3095375"/>
            <a:ext cx="4939792" cy="3184283"/>
          </a:xfrm>
          <a:prstGeom prst="rect">
            <a:avLst/>
          </a:prstGeom>
        </p:spPr>
        <p:txBody>
          <a:bodyPr/>
          <a:lstStyle>
            <a:lvl1pPr>
              <a:lnSpc>
                <a:spcPct val="120000"/>
              </a:lnSpc>
              <a:defRPr/>
            </a:lvl1pPr>
            <a:lvl2pPr>
              <a:spcBef>
                <a:spcPts val="400"/>
              </a:spcBef>
              <a:defRPr/>
            </a:lvl2pPr>
            <a:lvl3pPr>
              <a:spcBef>
                <a:spcPts val="400"/>
              </a:spcBef>
              <a:defRPr/>
            </a:lvl3pPr>
            <a:lvl4pPr>
              <a:spcBef>
                <a:spcPts val="400"/>
              </a:spcBef>
              <a:defRPr/>
            </a:lvl4pPr>
            <a:lvl5pPr>
              <a:spcBef>
                <a:spcPts val="400"/>
              </a:spcBef>
              <a:defRPr/>
            </a:lvl5pPr>
          </a:lstStyle>
          <a:p>
            <a:pPr lvl="0"/>
            <a:r>
              <a:rPr lang="en-US" dirty="0"/>
              <a:t>Click here to edit text</a:t>
            </a:r>
          </a:p>
          <a:p>
            <a:pPr lvl="0"/>
            <a:r>
              <a:rPr lang="en-US" dirty="0"/>
              <a:t>Click here to edit text</a:t>
            </a:r>
          </a:p>
          <a:p>
            <a:pPr lvl="1"/>
            <a:r>
              <a:rPr lang="en-US" dirty="0"/>
              <a:t>Second level</a:t>
            </a:r>
          </a:p>
          <a:p>
            <a:pPr lvl="1"/>
            <a:r>
              <a:rPr lang="en-US" dirty="0"/>
              <a:t>Second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2">
            <a:extLst>
              <a:ext uri="{FF2B5EF4-FFF2-40B4-BE49-F238E27FC236}">
                <a16:creationId xmlns:a16="http://schemas.microsoft.com/office/drawing/2014/main" id="{7856CF4B-B17A-2337-0D52-61EC19AA7002}"/>
              </a:ext>
              <a:ext uri="{C183D7F6-B498-43B3-948B-1728B52AA6E4}">
                <adec:decorative xmlns:adec="http://schemas.microsoft.com/office/drawing/2017/decorative" val="0"/>
              </a:ext>
            </a:extLst>
          </p:cNvPr>
          <p:cNvSpPr>
            <a:spLocks noGrp="1"/>
          </p:cNvSpPr>
          <p:nvPr>
            <p:ph idx="15" hasCustomPrompt="1"/>
          </p:nvPr>
        </p:nvSpPr>
        <p:spPr>
          <a:xfrm>
            <a:off x="5977588" y="2456033"/>
            <a:ext cx="4939792" cy="517986"/>
          </a:xfrm>
          <a:prstGeom prst="rect">
            <a:avLst/>
          </a:prstGeom>
        </p:spPr>
        <p:txBody>
          <a:bodyPr anchor="b" anchorCtr="0"/>
          <a:lstStyle>
            <a:lvl1pPr marL="0" indent="0">
              <a:lnSpc>
                <a:spcPct val="100000"/>
              </a:lnSpc>
              <a:spcBef>
                <a:spcPts val="0"/>
              </a:spcBef>
              <a:buFontTx/>
              <a:buNone/>
              <a:defRPr sz="1600" b="1" cap="all" baseline="0">
                <a:solidFill>
                  <a:schemeClr val="tx2"/>
                </a:solidFill>
              </a:defRPr>
            </a:lvl1pPr>
            <a:lvl2pPr>
              <a:buFont typeface="Arial" panose="020B0604020202020204" pitchFamily="34" charset="0"/>
              <a:buChar char="•"/>
              <a:defRPr/>
            </a:lvl2pPr>
            <a:lvl3pPr>
              <a:spcBef>
                <a:spcPts val="400"/>
              </a:spcBef>
              <a:buFont typeface="System Font Regular"/>
              <a:buChar char="−"/>
              <a:defRPr sz="1800"/>
            </a:lvl3pPr>
          </a:lstStyle>
          <a:p>
            <a:pPr lvl="0"/>
            <a:r>
              <a:rPr lang="en-US" dirty="0"/>
              <a:t>Click here to edit Sub-title</a:t>
            </a:r>
          </a:p>
        </p:txBody>
      </p:sp>
      <p:sp>
        <p:nvSpPr>
          <p:cNvPr id="15" name="Content Placeholder 2">
            <a:extLst>
              <a:ext uri="{FF2B5EF4-FFF2-40B4-BE49-F238E27FC236}">
                <a16:creationId xmlns:a16="http://schemas.microsoft.com/office/drawing/2014/main" id="{23825F99-D766-A623-5D1B-AE0CC6933E0B}"/>
              </a:ext>
              <a:ext uri="{C183D7F6-B498-43B3-948B-1728B52AA6E4}">
                <adec:decorative xmlns:adec="http://schemas.microsoft.com/office/drawing/2017/decorative" val="0"/>
              </a:ext>
            </a:extLst>
          </p:cNvPr>
          <p:cNvSpPr>
            <a:spLocks noGrp="1"/>
          </p:cNvSpPr>
          <p:nvPr>
            <p:ph idx="16" hasCustomPrompt="1"/>
          </p:nvPr>
        </p:nvSpPr>
        <p:spPr>
          <a:xfrm>
            <a:off x="5977590" y="3095375"/>
            <a:ext cx="4939792" cy="3184283"/>
          </a:xfrm>
          <a:prstGeom prst="rect">
            <a:avLst/>
          </a:prstGeom>
        </p:spPr>
        <p:txBody>
          <a:bodyPr/>
          <a:lstStyle>
            <a:lvl1pPr>
              <a:lnSpc>
                <a:spcPct val="120000"/>
              </a:lnSpc>
              <a:defRPr/>
            </a:lvl1pPr>
            <a:lvl2pPr>
              <a:lnSpc>
                <a:spcPct val="120000"/>
              </a:lnSpc>
              <a:spcBef>
                <a:spcPts val="400"/>
              </a:spcBef>
              <a:defRPr/>
            </a:lvl2pPr>
            <a:lvl3pPr>
              <a:lnSpc>
                <a:spcPct val="120000"/>
              </a:lnSpc>
              <a:spcBef>
                <a:spcPts val="400"/>
              </a:spcBef>
              <a:defRPr/>
            </a:lvl3pPr>
            <a:lvl4pPr>
              <a:lnSpc>
                <a:spcPct val="120000"/>
              </a:lnSpc>
              <a:spcBef>
                <a:spcPts val="400"/>
              </a:spcBef>
              <a:defRPr/>
            </a:lvl4pPr>
            <a:lvl5pPr>
              <a:lnSpc>
                <a:spcPct val="120000"/>
              </a:lnSpc>
              <a:spcBef>
                <a:spcPts val="400"/>
              </a:spcBef>
              <a:defRPr/>
            </a:lvl5pPr>
          </a:lstStyle>
          <a:p>
            <a:pPr lvl="0"/>
            <a:r>
              <a:rPr lang="en-US" dirty="0"/>
              <a:t>Click here to edit text</a:t>
            </a:r>
          </a:p>
          <a:p>
            <a:pPr lvl="0"/>
            <a:r>
              <a:rPr lang="en-US" dirty="0"/>
              <a:t>Click here to edit text</a:t>
            </a:r>
          </a:p>
          <a:p>
            <a:pPr lvl="1"/>
            <a:r>
              <a:rPr lang="en-US" dirty="0"/>
              <a:t>Second level</a:t>
            </a:r>
          </a:p>
          <a:p>
            <a:pPr lvl="1"/>
            <a:r>
              <a:rPr lang="en-US" dirty="0"/>
              <a:t>Second level</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33913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Column Text + Char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2A70E803-0CD4-37E6-6B4A-D7207B5FF5B4}"/>
              </a:ext>
              <a:ext uri="{C183D7F6-B498-43B3-948B-1728B52AA6E4}">
                <adec:decorative xmlns:adec="http://schemas.microsoft.com/office/drawing/2017/decorative" val="0"/>
              </a:ext>
            </a:extLst>
          </p:cNvPr>
          <p:cNvSpPr>
            <a:spLocks noGrp="1"/>
          </p:cNvSpPr>
          <p:nvPr>
            <p:ph type="title" hasCustomPrompt="1"/>
          </p:nvPr>
        </p:nvSpPr>
        <p:spPr>
          <a:xfrm>
            <a:off x="394208" y="1433506"/>
            <a:ext cx="5190163" cy="868680"/>
          </a:xfrm>
        </p:spPr>
        <p:txBody>
          <a:bodyPr/>
          <a:lstStyle/>
          <a:p>
            <a:r>
              <a:rPr lang="en-US" dirty="0"/>
              <a:t>Click to edit title</a:t>
            </a:r>
          </a:p>
        </p:txBody>
      </p:sp>
      <p:sp>
        <p:nvSpPr>
          <p:cNvPr id="6" name="Text Placeholder 3">
            <a:extLst>
              <a:ext uri="{FF2B5EF4-FFF2-40B4-BE49-F238E27FC236}">
                <a16:creationId xmlns:a16="http://schemas.microsoft.com/office/drawing/2014/main" id="{79FC7291-FE51-B6E9-4282-93216FB48CDA}"/>
              </a:ext>
              <a:ext uri="{C183D7F6-B498-43B3-948B-1728B52AA6E4}">
                <adec:decorative xmlns:adec="http://schemas.microsoft.com/office/drawing/2017/decorative" val="0"/>
              </a:ext>
            </a:extLst>
          </p:cNvPr>
          <p:cNvSpPr>
            <a:spLocks noGrp="1"/>
          </p:cNvSpPr>
          <p:nvPr>
            <p:ph type="body" sz="half" idx="2" hasCustomPrompt="1"/>
          </p:nvPr>
        </p:nvSpPr>
        <p:spPr>
          <a:xfrm>
            <a:off x="391564" y="2410823"/>
            <a:ext cx="5192807" cy="3811588"/>
          </a:xfrm>
          <a:prstGeom prst="rect">
            <a:avLst/>
          </a:prstGeom>
        </p:spPr>
        <p:txBody>
          <a:bodyPr/>
          <a:lstStyle>
            <a:lvl1pPr marL="0" indent="0">
              <a:lnSpc>
                <a:spcPct val="120000"/>
              </a:lnSpc>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Lorem ipsum dolor sit amet consectetur et adipiscing elit. Vivamus euismod et leo a condimentum pretium nisl est convallis nisl, vitae dapibus elit ligula vel urna. Integer mollis elit vel justo bibendum vitae et efficitur arcu bibendum. consectetur adipiscing elit. Vivamus euismod leo a condimentum.</a:t>
            </a:r>
          </a:p>
        </p:txBody>
      </p:sp>
      <p:sp>
        <p:nvSpPr>
          <p:cNvPr id="4" name="Chart Placeholder 3">
            <a:extLst>
              <a:ext uri="{FF2B5EF4-FFF2-40B4-BE49-F238E27FC236}">
                <a16:creationId xmlns:a16="http://schemas.microsoft.com/office/drawing/2014/main" id="{09B8DD2A-7177-2E52-DD5A-3EAE044C5349}"/>
              </a:ext>
              <a:ext uri="{C183D7F6-B498-43B3-948B-1728B52AA6E4}">
                <adec:decorative xmlns:adec="http://schemas.microsoft.com/office/drawing/2017/decorative" val="0"/>
              </a:ext>
            </a:extLst>
          </p:cNvPr>
          <p:cNvSpPr>
            <a:spLocks noGrp="1"/>
          </p:cNvSpPr>
          <p:nvPr>
            <p:ph type="chart" sz="quarter" idx="10"/>
          </p:nvPr>
        </p:nvSpPr>
        <p:spPr>
          <a:xfrm>
            <a:off x="5834743" y="1433506"/>
            <a:ext cx="5963049" cy="4320441"/>
          </a:xfrm>
          <a:prstGeom prst="rect">
            <a:avLst/>
          </a:prstGeom>
        </p:spPr>
        <p:txBody>
          <a:bodyPr/>
          <a:lstStyle/>
          <a:p>
            <a:endParaRPr lang="en-US"/>
          </a:p>
        </p:txBody>
      </p:sp>
      <p:sp>
        <p:nvSpPr>
          <p:cNvPr id="2" name="Slide Number Placeholder 6">
            <a:extLst>
              <a:ext uri="{FF2B5EF4-FFF2-40B4-BE49-F238E27FC236}">
                <a16:creationId xmlns:a16="http://schemas.microsoft.com/office/drawing/2014/main" id="{24D129EA-B4FE-13E2-9E6F-CFD7407BEA74}"/>
              </a:ext>
              <a:ext uri="{C183D7F6-B498-43B3-948B-1728B52AA6E4}">
                <adec:decorative xmlns:adec="http://schemas.microsoft.com/office/drawing/2017/decorative" val="0"/>
              </a:ext>
            </a:extLst>
          </p:cNvPr>
          <p:cNvSpPr>
            <a:spLocks noGrp="1"/>
          </p:cNvSpPr>
          <p:nvPr>
            <p:ph type="sldNum" sz="quarter" idx="12"/>
          </p:nvPr>
        </p:nvSpPr>
        <p:spPr>
          <a:xfrm>
            <a:off x="11107580" y="6206038"/>
            <a:ext cx="692856" cy="365125"/>
          </a:xfrm>
        </p:spPr>
        <p:txBody>
          <a:bodyPr/>
          <a:lstStyle/>
          <a:p>
            <a:fld id="{7B670C77-F8D5-0D45-BCC6-7287AA83D132}" type="slidenum">
              <a:rPr lang="en-US" smtClean="0"/>
              <a:t>‹#›</a:t>
            </a:fld>
            <a:endParaRPr lang="en-US"/>
          </a:p>
        </p:txBody>
      </p:sp>
    </p:spTree>
    <p:extLst>
      <p:ext uri="{BB962C8B-B14F-4D97-AF65-F5344CB8AC3E}">
        <p14:creationId xmlns:p14="http://schemas.microsoft.com/office/powerpoint/2010/main" val="22296009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lank Slide">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82145E6A-5CC6-3D59-03B2-79BA22BAC1E2}"/>
              </a:ext>
              <a:ext uri="{C183D7F6-B498-43B3-948B-1728B52AA6E4}">
                <adec:decorative xmlns:adec="http://schemas.microsoft.com/office/drawing/2017/decorative" val="0"/>
              </a:ext>
            </a:extLst>
          </p:cNvPr>
          <p:cNvSpPr>
            <a:spLocks noGrp="1"/>
          </p:cNvSpPr>
          <p:nvPr>
            <p:ph type="sldNum" sz="quarter" idx="12"/>
          </p:nvPr>
        </p:nvSpPr>
        <p:spPr/>
        <p:txBody>
          <a:bodyPr/>
          <a:lstStyle/>
          <a:p>
            <a:fld id="{7B670C77-F8D5-0D45-BCC6-7287AA83D132}" type="slidenum">
              <a:rPr lang="en-US" smtClean="0"/>
              <a:t>‹#›</a:t>
            </a:fld>
            <a:endParaRPr lang="en-US"/>
          </a:p>
        </p:txBody>
      </p:sp>
    </p:spTree>
    <p:extLst>
      <p:ext uri="{BB962C8B-B14F-4D97-AF65-F5344CB8AC3E}">
        <p14:creationId xmlns:p14="http://schemas.microsoft.com/office/powerpoint/2010/main" val="3302570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Blank Slide (No Background)">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3871AB5E-101C-7C13-4D65-215EA69060E6}"/>
              </a:ext>
              <a:ext uri="{C183D7F6-B498-43B3-948B-1728B52AA6E4}">
                <adec:decorative xmlns:adec="http://schemas.microsoft.com/office/drawing/2017/decorative" val="0"/>
              </a:ext>
            </a:extLst>
          </p:cNvPr>
          <p:cNvSpPr>
            <a:spLocks noGrp="1"/>
          </p:cNvSpPr>
          <p:nvPr>
            <p:ph type="sldNum" sz="quarter" idx="12"/>
          </p:nvPr>
        </p:nvSpPr>
        <p:spPr>
          <a:xfrm>
            <a:off x="11107580" y="6206038"/>
            <a:ext cx="692856" cy="365125"/>
          </a:xfrm>
        </p:spPr>
        <p:txBody>
          <a:bodyPr/>
          <a:lstStyle/>
          <a:p>
            <a:fld id="{7B670C77-F8D5-0D45-BCC6-7287AA83D132}" type="slidenum">
              <a:rPr lang="en-US" smtClean="0"/>
              <a:t>‹#›</a:t>
            </a:fld>
            <a:endParaRPr lang="en-US"/>
          </a:p>
        </p:txBody>
      </p:sp>
    </p:spTree>
    <p:extLst>
      <p:ext uri="{BB962C8B-B14F-4D97-AF65-F5344CB8AC3E}">
        <p14:creationId xmlns:p14="http://schemas.microsoft.com/office/powerpoint/2010/main" val="29288600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Column Text + Photo">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2A70E803-0CD4-37E6-6B4A-D7207B5FF5B4}"/>
              </a:ext>
            </a:extLst>
          </p:cNvPr>
          <p:cNvSpPr>
            <a:spLocks noGrp="1"/>
          </p:cNvSpPr>
          <p:nvPr>
            <p:ph type="title" hasCustomPrompt="1"/>
          </p:nvPr>
        </p:nvSpPr>
        <p:spPr>
          <a:xfrm>
            <a:off x="394208" y="1433506"/>
            <a:ext cx="5190163" cy="868680"/>
          </a:xfrm>
        </p:spPr>
        <p:txBody>
          <a:bodyPr/>
          <a:lstStyle/>
          <a:p>
            <a:r>
              <a:rPr lang="en-US" dirty="0"/>
              <a:t>Click to edit title</a:t>
            </a:r>
          </a:p>
        </p:txBody>
      </p:sp>
      <p:sp>
        <p:nvSpPr>
          <p:cNvPr id="6" name="Text Placeholder 3">
            <a:extLst>
              <a:ext uri="{FF2B5EF4-FFF2-40B4-BE49-F238E27FC236}">
                <a16:creationId xmlns:a16="http://schemas.microsoft.com/office/drawing/2014/main" id="{79FC7291-FE51-B6E9-4282-93216FB48CDA}"/>
              </a:ext>
            </a:extLst>
          </p:cNvPr>
          <p:cNvSpPr>
            <a:spLocks noGrp="1"/>
          </p:cNvSpPr>
          <p:nvPr>
            <p:ph type="body" sz="half" idx="2" hasCustomPrompt="1"/>
          </p:nvPr>
        </p:nvSpPr>
        <p:spPr>
          <a:xfrm>
            <a:off x="391564" y="2410823"/>
            <a:ext cx="5192807" cy="3811588"/>
          </a:xfrm>
          <a:prstGeom prst="rect">
            <a:avLst/>
          </a:prstGeom>
        </p:spPr>
        <p:txBody>
          <a:bodyPr/>
          <a:lstStyle>
            <a:lvl1pPr marL="0" indent="0">
              <a:lnSpc>
                <a:spcPct val="120000"/>
              </a:lnSpc>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Lorem ipsum dolor sit amet consectetur et adipiscing elit. Vivamus euismod et leo a condimentum pretium nisl est convallis nisl, vitae dapibus elit ligula vel urna. Integer mollis elit vel justo bibendum vitae et efficitur arcu bibendum. consectetur adipiscing elit. Vivamus euismod leo a condimentum.</a:t>
            </a:r>
          </a:p>
        </p:txBody>
      </p:sp>
      <p:sp>
        <p:nvSpPr>
          <p:cNvPr id="3" name="Picture Placeholder 2">
            <a:extLst>
              <a:ext uri="{FF2B5EF4-FFF2-40B4-BE49-F238E27FC236}">
                <a16:creationId xmlns:a16="http://schemas.microsoft.com/office/drawing/2014/main" id="{0E4453FC-9ACD-2BD9-D95C-9641E9530AEF}"/>
              </a:ext>
              <a:ext uri="{C183D7F6-B498-43B3-948B-1728B52AA6E4}">
                <adec:decorative xmlns:adec="http://schemas.microsoft.com/office/drawing/2017/decorative" val="0"/>
              </a:ext>
            </a:extLst>
          </p:cNvPr>
          <p:cNvSpPr>
            <a:spLocks noGrp="1"/>
          </p:cNvSpPr>
          <p:nvPr>
            <p:ph type="pic" idx="1" hasCustomPrompt="1"/>
          </p:nvPr>
        </p:nvSpPr>
        <p:spPr>
          <a:xfrm>
            <a:off x="6018212" y="1175657"/>
            <a:ext cx="6172200" cy="5682343"/>
          </a:xfrm>
          <a:prstGeom prst="rect">
            <a:avLst/>
          </a:prstGeom>
          <a:solidFill>
            <a:schemeClr val="accent5"/>
          </a:solidFill>
        </p:spPr>
        <p:txBody>
          <a:bodyPr/>
          <a:lstStyle>
            <a:lvl1pPr marL="0" marR="0" indent="0" algn="ctr" defTabSz="914400" rtl="0" eaLnBrk="1" fontAlgn="auto" latinLnBrk="0" hangingPunct="1">
              <a:lnSpc>
                <a:spcPts val="2600"/>
              </a:lnSpc>
              <a:spcBef>
                <a:spcPts val="800"/>
              </a:spcBef>
              <a:spcAft>
                <a:spcPts val="0"/>
              </a:spcAft>
              <a:buClr>
                <a:schemeClr val="tx2"/>
              </a:buClr>
              <a:buSzTx/>
              <a:buFont typeface="Arial" panose="020B0604020202020204" pitchFamily="34" charset="0"/>
              <a:buNone/>
              <a:tabLst/>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auto" latinLnBrk="0" hangingPunct="1">
              <a:lnSpc>
                <a:spcPts val="2600"/>
              </a:lnSpc>
              <a:spcBef>
                <a:spcPts val="800"/>
              </a:spcBef>
              <a:spcAft>
                <a:spcPts val="0"/>
              </a:spcAft>
              <a:buClr>
                <a:schemeClr val="tx2"/>
              </a:buClr>
              <a:buSzTx/>
              <a:buFont typeface="Arial" panose="020B0604020202020204" pitchFamily="34" charset="0"/>
              <a:buNone/>
              <a:tabLst/>
              <a:defRPr/>
            </a:pPr>
            <a:r>
              <a:rPr lang="en-US" dirty="0"/>
              <a:t>                 </a:t>
            </a:r>
          </a:p>
        </p:txBody>
      </p:sp>
    </p:spTree>
    <p:extLst>
      <p:ext uri="{BB962C8B-B14F-4D97-AF65-F5344CB8AC3E}">
        <p14:creationId xmlns:p14="http://schemas.microsoft.com/office/powerpoint/2010/main" val="20039260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Column Text + 3 Photos">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2A70E803-0CD4-37E6-6B4A-D7207B5FF5B4}"/>
              </a:ext>
            </a:extLst>
          </p:cNvPr>
          <p:cNvSpPr>
            <a:spLocks noGrp="1"/>
          </p:cNvSpPr>
          <p:nvPr>
            <p:ph type="title" hasCustomPrompt="1"/>
          </p:nvPr>
        </p:nvSpPr>
        <p:spPr>
          <a:xfrm>
            <a:off x="394208" y="1433506"/>
            <a:ext cx="5190163" cy="868680"/>
          </a:xfrm>
        </p:spPr>
        <p:txBody>
          <a:bodyPr/>
          <a:lstStyle/>
          <a:p>
            <a:r>
              <a:rPr lang="en-US" dirty="0"/>
              <a:t>Click to edit title</a:t>
            </a:r>
          </a:p>
        </p:txBody>
      </p:sp>
      <p:sp>
        <p:nvSpPr>
          <p:cNvPr id="6" name="Text Placeholder 3">
            <a:extLst>
              <a:ext uri="{FF2B5EF4-FFF2-40B4-BE49-F238E27FC236}">
                <a16:creationId xmlns:a16="http://schemas.microsoft.com/office/drawing/2014/main" id="{79FC7291-FE51-B6E9-4282-93216FB48CDA}"/>
              </a:ext>
            </a:extLst>
          </p:cNvPr>
          <p:cNvSpPr>
            <a:spLocks noGrp="1"/>
          </p:cNvSpPr>
          <p:nvPr>
            <p:ph type="body" sz="half" idx="2" hasCustomPrompt="1"/>
          </p:nvPr>
        </p:nvSpPr>
        <p:spPr>
          <a:xfrm>
            <a:off x="391564" y="2410823"/>
            <a:ext cx="5192807" cy="3811588"/>
          </a:xfrm>
          <a:prstGeom prst="rect">
            <a:avLst/>
          </a:prstGeom>
        </p:spPr>
        <p:txBody>
          <a:bodyPr/>
          <a:lstStyle>
            <a:lvl1pPr marL="0" indent="0">
              <a:lnSpc>
                <a:spcPct val="120000"/>
              </a:lnSpc>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Lorem ipsum dolor sit amet consectetur et adipiscing elit. Vivamus euismod et leo a condimentum pretium nisl est convallis nisl, vitae dapibus elit ligula vel urna. Integer mollis elit vel justo bibendum vitae et efficitur arcu bibendum. consectetur adipiscing elit. Vivamus euismod leo a condimentum.</a:t>
            </a:r>
          </a:p>
        </p:txBody>
      </p:sp>
      <p:sp>
        <p:nvSpPr>
          <p:cNvPr id="3" name="Picture Placeholder 2">
            <a:extLst>
              <a:ext uri="{FF2B5EF4-FFF2-40B4-BE49-F238E27FC236}">
                <a16:creationId xmlns:a16="http://schemas.microsoft.com/office/drawing/2014/main" id="{0E4453FC-9ACD-2BD9-D95C-9641E9530AEF}"/>
              </a:ext>
            </a:extLst>
          </p:cNvPr>
          <p:cNvSpPr>
            <a:spLocks noGrp="1"/>
          </p:cNvSpPr>
          <p:nvPr>
            <p:ph type="pic" idx="1" hasCustomPrompt="1"/>
          </p:nvPr>
        </p:nvSpPr>
        <p:spPr>
          <a:xfrm>
            <a:off x="6013295" y="1175657"/>
            <a:ext cx="6175025" cy="2841171"/>
          </a:xfrm>
          <a:prstGeom prst="rect">
            <a:avLst/>
          </a:prstGeom>
          <a:solidFill>
            <a:schemeClr val="accent5"/>
          </a:solidFill>
          <a:ln>
            <a:solidFill>
              <a:schemeClr val="bg1"/>
            </a:solidFill>
          </a:ln>
        </p:spPr>
        <p:txBody>
          <a:bodyPr/>
          <a:lstStyle>
            <a:lvl1pPr marL="0" marR="0" indent="0" algn="ctr" defTabSz="914400" rtl="0" eaLnBrk="1" fontAlgn="auto" latinLnBrk="0" hangingPunct="1">
              <a:lnSpc>
                <a:spcPts val="2600"/>
              </a:lnSpc>
              <a:spcBef>
                <a:spcPts val="800"/>
              </a:spcBef>
              <a:spcAft>
                <a:spcPts val="0"/>
              </a:spcAft>
              <a:buClr>
                <a:schemeClr val="tx2"/>
              </a:buClr>
              <a:buSzTx/>
              <a:buFont typeface="Arial" panose="020B0604020202020204" pitchFamily="34" charset="0"/>
              <a:buNone/>
              <a:tabLst/>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auto" latinLnBrk="0" hangingPunct="1">
              <a:lnSpc>
                <a:spcPts val="2600"/>
              </a:lnSpc>
              <a:spcBef>
                <a:spcPts val="800"/>
              </a:spcBef>
              <a:spcAft>
                <a:spcPts val="0"/>
              </a:spcAft>
              <a:buClr>
                <a:schemeClr val="tx2"/>
              </a:buClr>
              <a:buSzTx/>
              <a:buFont typeface="Arial" panose="020B0604020202020204" pitchFamily="34" charset="0"/>
              <a:buNone/>
              <a:tabLst/>
              <a:defRPr/>
            </a:pPr>
            <a:r>
              <a:rPr lang="en-US" dirty="0"/>
              <a:t>                 </a:t>
            </a:r>
          </a:p>
        </p:txBody>
      </p:sp>
      <p:sp>
        <p:nvSpPr>
          <p:cNvPr id="4" name="Picture Placeholder 2">
            <a:extLst>
              <a:ext uri="{FF2B5EF4-FFF2-40B4-BE49-F238E27FC236}">
                <a16:creationId xmlns:a16="http://schemas.microsoft.com/office/drawing/2014/main" id="{1855A2D2-CB1F-E260-6EEA-7E2D6D512F1B}"/>
              </a:ext>
            </a:extLst>
          </p:cNvPr>
          <p:cNvSpPr>
            <a:spLocks noGrp="1"/>
          </p:cNvSpPr>
          <p:nvPr>
            <p:ph type="pic" idx="11" hasCustomPrompt="1"/>
          </p:nvPr>
        </p:nvSpPr>
        <p:spPr>
          <a:xfrm>
            <a:off x="6013295" y="4016828"/>
            <a:ext cx="3090672" cy="2843784"/>
          </a:xfrm>
          <a:prstGeom prst="rect">
            <a:avLst/>
          </a:prstGeom>
          <a:solidFill>
            <a:schemeClr val="accent5"/>
          </a:solidFill>
          <a:ln w="9525">
            <a:solidFill>
              <a:schemeClr val="bg1"/>
            </a:solidFill>
          </a:ln>
        </p:spPr>
        <p:txBody>
          <a:bodyPr/>
          <a:lstStyle>
            <a:lvl1pPr marL="0" marR="0" indent="0" algn="ctr" defTabSz="914400" rtl="0" eaLnBrk="1" fontAlgn="auto" latinLnBrk="0" hangingPunct="1">
              <a:lnSpc>
                <a:spcPts val="2600"/>
              </a:lnSpc>
              <a:spcBef>
                <a:spcPts val="800"/>
              </a:spcBef>
              <a:spcAft>
                <a:spcPts val="0"/>
              </a:spcAft>
              <a:buClr>
                <a:schemeClr val="tx2"/>
              </a:buClr>
              <a:buSzTx/>
              <a:buFont typeface="Arial" panose="020B0604020202020204" pitchFamily="34" charset="0"/>
              <a:buNone/>
              <a:tabLst/>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auto" latinLnBrk="0" hangingPunct="1">
              <a:lnSpc>
                <a:spcPts val="2600"/>
              </a:lnSpc>
              <a:spcBef>
                <a:spcPts val="800"/>
              </a:spcBef>
              <a:spcAft>
                <a:spcPts val="0"/>
              </a:spcAft>
              <a:buClr>
                <a:schemeClr val="tx2"/>
              </a:buClr>
              <a:buSzTx/>
              <a:buFont typeface="Arial" panose="020B0604020202020204" pitchFamily="34" charset="0"/>
              <a:buNone/>
              <a:tabLst/>
              <a:defRPr/>
            </a:pPr>
            <a:r>
              <a:rPr lang="en-US" dirty="0"/>
              <a:t>                 </a:t>
            </a:r>
          </a:p>
        </p:txBody>
      </p:sp>
      <p:sp>
        <p:nvSpPr>
          <p:cNvPr id="2" name="Picture Placeholder 2">
            <a:extLst>
              <a:ext uri="{FF2B5EF4-FFF2-40B4-BE49-F238E27FC236}">
                <a16:creationId xmlns:a16="http://schemas.microsoft.com/office/drawing/2014/main" id="{E9823783-F8CE-C00A-E2E8-141FB0CBA29A}"/>
              </a:ext>
            </a:extLst>
          </p:cNvPr>
          <p:cNvSpPr>
            <a:spLocks noGrp="1"/>
          </p:cNvSpPr>
          <p:nvPr>
            <p:ph type="pic" idx="10" hasCustomPrompt="1"/>
          </p:nvPr>
        </p:nvSpPr>
        <p:spPr>
          <a:xfrm>
            <a:off x="9097648" y="4016829"/>
            <a:ext cx="3090672" cy="2841171"/>
          </a:xfrm>
          <a:prstGeom prst="rect">
            <a:avLst/>
          </a:prstGeom>
          <a:solidFill>
            <a:schemeClr val="accent5"/>
          </a:solidFill>
          <a:ln>
            <a:solidFill>
              <a:schemeClr val="bg1"/>
            </a:solidFill>
          </a:ln>
        </p:spPr>
        <p:txBody>
          <a:bodyPr/>
          <a:lstStyle>
            <a:lvl1pPr marL="0" marR="0" indent="0" algn="ctr" defTabSz="914400" rtl="0" eaLnBrk="1" fontAlgn="auto" latinLnBrk="0" hangingPunct="1">
              <a:lnSpc>
                <a:spcPts val="2600"/>
              </a:lnSpc>
              <a:spcBef>
                <a:spcPts val="800"/>
              </a:spcBef>
              <a:spcAft>
                <a:spcPts val="0"/>
              </a:spcAft>
              <a:buClr>
                <a:schemeClr val="tx2"/>
              </a:buClr>
              <a:buSzTx/>
              <a:buFont typeface="Arial" panose="020B0604020202020204" pitchFamily="34" charset="0"/>
              <a:buNone/>
              <a:tabLst/>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auto" latinLnBrk="0" hangingPunct="1">
              <a:lnSpc>
                <a:spcPts val="2600"/>
              </a:lnSpc>
              <a:spcBef>
                <a:spcPts val="800"/>
              </a:spcBef>
              <a:spcAft>
                <a:spcPts val="0"/>
              </a:spcAft>
              <a:buClr>
                <a:schemeClr val="tx2"/>
              </a:buClr>
              <a:buSzTx/>
              <a:buFont typeface="Arial" panose="020B0604020202020204" pitchFamily="34" charset="0"/>
              <a:buNone/>
              <a:tabLst/>
              <a:defRPr/>
            </a:pPr>
            <a:r>
              <a:rPr lang="en-US" dirty="0"/>
              <a:t>                 </a:t>
            </a:r>
          </a:p>
        </p:txBody>
      </p:sp>
    </p:spTree>
    <p:extLst>
      <p:ext uri="{BB962C8B-B14F-4D97-AF65-F5344CB8AC3E}">
        <p14:creationId xmlns:p14="http://schemas.microsoft.com/office/powerpoint/2010/main" val="198494436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Full-Width Phot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250CA1-FF95-DB59-A307-6E7802C571C9}"/>
              </a:ext>
            </a:extLst>
          </p:cNvPr>
          <p:cNvSpPr>
            <a:spLocks noGrp="1"/>
          </p:cNvSpPr>
          <p:nvPr>
            <p:ph type="title" hasCustomPrompt="1"/>
          </p:nvPr>
        </p:nvSpPr>
        <p:spPr>
          <a:xfrm>
            <a:off x="394208" y="1504626"/>
            <a:ext cx="5190163" cy="868680"/>
          </a:xfrm>
        </p:spPr>
        <p:txBody>
          <a:bodyPr/>
          <a:lstStyle/>
          <a:p>
            <a:r>
              <a:rPr lang="en-US" dirty="0"/>
              <a:t>Click to edit title</a:t>
            </a:r>
          </a:p>
        </p:txBody>
      </p:sp>
      <p:sp>
        <p:nvSpPr>
          <p:cNvPr id="3" name="Picture Placeholder 2">
            <a:extLst>
              <a:ext uri="{FF2B5EF4-FFF2-40B4-BE49-F238E27FC236}">
                <a16:creationId xmlns:a16="http://schemas.microsoft.com/office/drawing/2014/main" id="{0E4453FC-9ACD-2BD9-D95C-9641E9530AEF}"/>
              </a:ext>
            </a:extLst>
          </p:cNvPr>
          <p:cNvSpPr>
            <a:spLocks noGrp="1"/>
          </p:cNvSpPr>
          <p:nvPr>
            <p:ph type="pic" idx="1" hasCustomPrompt="1"/>
          </p:nvPr>
        </p:nvSpPr>
        <p:spPr>
          <a:xfrm>
            <a:off x="0" y="1"/>
            <a:ext cx="12192000" cy="6858000"/>
          </a:xfrm>
          <a:prstGeom prst="rect">
            <a:avLst/>
          </a:prstGeom>
          <a:solidFill>
            <a:schemeClr val="accent5"/>
          </a:solidFill>
        </p:spPr>
        <p:txBody>
          <a:bodyPr/>
          <a:lstStyle>
            <a:lvl1pPr marL="0" marR="0" indent="0" algn="ctr" defTabSz="914400" rtl="0" eaLnBrk="1" fontAlgn="auto" latinLnBrk="0" hangingPunct="1">
              <a:lnSpc>
                <a:spcPts val="2600"/>
              </a:lnSpc>
              <a:spcBef>
                <a:spcPts val="800"/>
              </a:spcBef>
              <a:spcAft>
                <a:spcPts val="0"/>
              </a:spcAft>
              <a:buClr>
                <a:schemeClr val="tx2"/>
              </a:buClr>
              <a:buSzTx/>
              <a:buFont typeface="Arial" panose="020B0604020202020204" pitchFamily="34" charset="0"/>
              <a:buNone/>
              <a:tabLst/>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auto" latinLnBrk="0" hangingPunct="1">
              <a:lnSpc>
                <a:spcPts val="2600"/>
              </a:lnSpc>
              <a:spcBef>
                <a:spcPts val="800"/>
              </a:spcBef>
              <a:spcAft>
                <a:spcPts val="0"/>
              </a:spcAft>
              <a:buClr>
                <a:schemeClr val="tx2"/>
              </a:buClr>
              <a:buSzTx/>
              <a:buFont typeface="Arial" panose="020B0604020202020204" pitchFamily="34" charset="0"/>
              <a:buNone/>
              <a:tabLst/>
              <a:defRPr/>
            </a:pPr>
            <a:r>
              <a:rPr lang="en-US" dirty="0"/>
              <a:t>                  </a:t>
            </a:r>
          </a:p>
        </p:txBody>
      </p:sp>
    </p:spTree>
    <p:extLst>
      <p:ext uri="{BB962C8B-B14F-4D97-AF65-F5344CB8AC3E}">
        <p14:creationId xmlns:p14="http://schemas.microsoft.com/office/powerpoint/2010/main" val="21119970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jp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7">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BA19231-8A35-C0C4-A52C-FD510095F937}"/>
              </a:ext>
            </a:extLst>
          </p:cNvPr>
          <p:cNvSpPr>
            <a:spLocks noGrp="1"/>
          </p:cNvSpPr>
          <p:nvPr>
            <p:ph type="title"/>
          </p:nvPr>
        </p:nvSpPr>
        <p:spPr>
          <a:xfrm>
            <a:off x="394208" y="1504626"/>
            <a:ext cx="10515600" cy="868680"/>
          </a:xfrm>
          <a:prstGeom prst="rect">
            <a:avLst/>
          </a:prstGeom>
        </p:spPr>
        <p:txBody>
          <a:bodyPr vert="horz" lIns="91440" tIns="45720" rIns="91440" bIns="45720" rtlCol="0" anchor="ctr" anchorCtr="0">
            <a:noAutofit/>
          </a:bodyPr>
          <a:lstStyle/>
          <a:p>
            <a:r>
              <a:rPr lang="en-US" dirty="0"/>
              <a:t>Click to edit title</a:t>
            </a:r>
          </a:p>
        </p:txBody>
      </p:sp>
      <p:sp>
        <p:nvSpPr>
          <p:cNvPr id="3" name="Text Placeholder 2">
            <a:extLst>
              <a:ext uri="{FF2B5EF4-FFF2-40B4-BE49-F238E27FC236}">
                <a16:creationId xmlns:a16="http://schemas.microsoft.com/office/drawing/2014/main" id="{AE6E5F18-0F44-D0C4-865B-4F1686C20A3A}"/>
              </a:ext>
            </a:extLst>
          </p:cNvPr>
          <p:cNvSpPr>
            <a:spLocks noGrp="1"/>
          </p:cNvSpPr>
          <p:nvPr>
            <p:ph type="body" idx="1"/>
          </p:nvPr>
        </p:nvSpPr>
        <p:spPr>
          <a:xfrm>
            <a:off x="394208" y="2522992"/>
            <a:ext cx="10515600" cy="4048171"/>
          </a:xfrm>
          <a:prstGeom prst="rect">
            <a:avLst/>
          </a:prstGeom>
        </p:spPr>
        <p:txBody>
          <a:bodyPr vert="horz" lIns="91440" tIns="45720" rIns="91440" bIns="45720" rtlCol="0">
            <a:noAutofit/>
          </a:bodyPr>
          <a:lstStyle/>
          <a:p>
            <a:pPr lvl="0"/>
            <a:r>
              <a:rPr lang="en-US" dirty="0"/>
              <a:t>Click here to edit text</a:t>
            </a:r>
          </a:p>
          <a:p>
            <a:pPr lvl="0"/>
            <a:r>
              <a:rPr lang="en-US" dirty="0"/>
              <a:t>Click here to edit text</a:t>
            </a:r>
          </a:p>
          <a:p>
            <a:pPr lvl="1"/>
            <a:r>
              <a:rPr lang="en-US" dirty="0"/>
              <a:t>Second text level</a:t>
            </a:r>
          </a:p>
          <a:p>
            <a:pPr lvl="1"/>
            <a:r>
              <a:rPr lang="en-US" dirty="0"/>
              <a:t>Second text level</a:t>
            </a:r>
          </a:p>
          <a:p>
            <a:pPr lvl="2"/>
            <a:r>
              <a:rPr lang="en-US" dirty="0"/>
              <a:t>Third text level</a:t>
            </a:r>
          </a:p>
          <a:p>
            <a:pPr lvl="2"/>
            <a:r>
              <a:rPr lang="en-US" dirty="0"/>
              <a:t>Third text level</a:t>
            </a:r>
          </a:p>
          <a:p>
            <a:pPr lvl="3"/>
            <a:r>
              <a:rPr lang="en-US" dirty="0"/>
              <a:t>Fourth text level</a:t>
            </a:r>
          </a:p>
          <a:p>
            <a:pPr lvl="4"/>
            <a:r>
              <a:rPr lang="en-US" dirty="0"/>
              <a:t>Fifth text level</a:t>
            </a:r>
          </a:p>
        </p:txBody>
      </p:sp>
      <p:sp>
        <p:nvSpPr>
          <p:cNvPr id="6" name="Slide Number Placeholder 5">
            <a:extLst>
              <a:ext uri="{FF2B5EF4-FFF2-40B4-BE49-F238E27FC236}">
                <a16:creationId xmlns:a16="http://schemas.microsoft.com/office/drawing/2014/main" id="{37C7C836-75E5-4C64-D3C5-1D1833BAD801}"/>
              </a:ext>
              <a:ext uri="{C183D7F6-B498-43B3-948B-1728B52AA6E4}">
                <adec:decorative xmlns:adec="http://schemas.microsoft.com/office/drawing/2017/decorative" val="0"/>
              </a:ext>
            </a:extLst>
          </p:cNvPr>
          <p:cNvSpPr>
            <a:spLocks noGrp="1"/>
          </p:cNvSpPr>
          <p:nvPr>
            <p:ph type="sldNum" sz="quarter" idx="4"/>
          </p:nvPr>
        </p:nvSpPr>
        <p:spPr>
          <a:xfrm>
            <a:off x="11107580" y="6206038"/>
            <a:ext cx="692856" cy="365125"/>
          </a:xfrm>
          <a:prstGeom prst="rect">
            <a:avLst/>
          </a:prstGeom>
        </p:spPr>
        <p:txBody>
          <a:bodyPr vert="horz" lIns="91440" tIns="45720" rIns="91440" bIns="45720" rtlCol="0" anchor="ctr"/>
          <a:lstStyle>
            <a:lvl1pPr algn="r">
              <a:defRPr sz="1200" b="1">
                <a:solidFill>
                  <a:schemeClr val="tx1"/>
                </a:solidFill>
                <a:latin typeface="Arial" panose="020B0604020202020204" pitchFamily="34" charset="0"/>
                <a:cs typeface="Arial" panose="020B0604020202020204" pitchFamily="34" charset="0"/>
              </a:defRPr>
            </a:lvl1pPr>
          </a:lstStyle>
          <a:p>
            <a:fld id="{7B670C77-F8D5-0D45-BCC6-7287AA83D132}" type="slidenum">
              <a:rPr lang="en-US" smtClean="0"/>
              <a:pPr/>
              <a:t>‹#›</a:t>
            </a:fld>
            <a:endParaRPr lang="en-US" b="1" dirty="0"/>
          </a:p>
        </p:txBody>
      </p:sp>
      <p:pic>
        <p:nvPicPr>
          <p:cNvPr id="4" name="Picture 3">
            <a:extLst>
              <a:ext uri="{FF2B5EF4-FFF2-40B4-BE49-F238E27FC236}">
                <a16:creationId xmlns:a16="http://schemas.microsoft.com/office/drawing/2014/main" id="{253DEE38-7B4E-C8A4-CC0C-614E4A2B606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userDrawn="1"/>
        </p:nvPicPr>
        <p:blipFill>
          <a:blip r:embed="rId18"/>
          <a:stretch>
            <a:fillRect/>
          </a:stretch>
        </p:blipFill>
        <p:spPr>
          <a:xfrm>
            <a:off x="219918" y="231495"/>
            <a:ext cx="5492824" cy="637167"/>
          </a:xfrm>
          <a:prstGeom prst="rect">
            <a:avLst/>
          </a:prstGeom>
        </p:spPr>
      </p:pic>
    </p:spTree>
    <p:extLst>
      <p:ext uri="{BB962C8B-B14F-4D97-AF65-F5344CB8AC3E}">
        <p14:creationId xmlns:p14="http://schemas.microsoft.com/office/powerpoint/2010/main" val="3964681390"/>
      </p:ext>
    </p:extLst>
  </p:cSld>
  <p:clrMap bg1="dk1" tx1="lt1" bg2="dk2" tx2="lt2" accent1="accent1" accent2="accent2" accent3="accent3" accent4="accent4" accent5="accent5" accent6="accent6" hlink="hlink" folHlink="folHlink"/>
  <p:sldLayoutIdLst>
    <p:sldLayoutId id="2147483659" r:id="rId1"/>
    <p:sldLayoutId id="2147483649" r:id="rId2"/>
    <p:sldLayoutId id="2147483660" r:id="rId3"/>
    <p:sldLayoutId id="2147483658" r:id="rId4"/>
    <p:sldLayoutId id="2147483656" r:id="rId5"/>
    <p:sldLayoutId id="2147483665" r:id="rId6"/>
    <p:sldLayoutId id="2147483652" r:id="rId7"/>
    <p:sldLayoutId id="2147483666" r:id="rId8"/>
    <p:sldLayoutId id="2147483667" r:id="rId9"/>
    <p:sldLayoutId id="2147483664" r:id="rId10"/>
    <p:sldLayoutId id="2147483669" r:id="rId11"/>
    <p:sldLayoutId id="2147483668" r:id="rId12"/>
    <p:sldLayoutId id="2147483657" r:id="rId13"/>
    <p:sldLayoutId id="2147483663" r:id="rId14"/>
    <p:sldLayoutId id="2147483662" r:id="rId15"/>
  </p:sldLayoutIdLst>
  <p:hf hdr="0" ftr="0" dt="0"/>
  <p:txStyles>
    <p:titleStyle>
      <a:lvl1pPr algn="l" defTabSz="914400" rtl="0" eaLnBrk="1" latinLnBrk="0" hangingPunct="1">
        <a:lnSpc>
          <a:spcPct val="90000"/>
        </a:lnSpc>
        <a:spcBef>
          <a:spcPct val="0"/>
        </a:spcBef>
        <a:buNone/>
        <a:defRPr sz="3600" b="0" i="0" kern="1200">
          <a:solidFill>
            <a:schemeClr val="tx2"/>
          </a:solidFill>
          <a:latin typeface="Georgia" panose="02040502050405020303" pitchFamily="18" charset="0"/>
          <a:ea typeface="+mj-ea"/>
          <a:cs typeface="Arial" panose="020B0604020202020204" pitchFamily="34" charset="0"/>
        </a:defRPr>
      </a:lvl1pPr>
    </p:titleStyle>
    <p:bodyStyle>
      <a:lvl1pPr marL="228600" indent="-228600" algn="l" defTabSz="914400" rtl="0" eaLnBrk="1" latinLnBrk="0" hangingPunct="1">
        <a:lnSpc>
          <a:spcPct val="120000"/>
        </a:lnSpc>
        <a:spcBef>
          <a:spcPts val="1000"/>
        </a:spcBef>
        <a:buClr>
          <a:schemeClr val="tx2"/>
        </a:buClr>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20000"/>
        </a:lnSpc>
        <a:spcBef>
          <a:spcPts val="1000"/>
        </a:spcBef>
        <a:buClr>
          <a:schemeClr val="tx2"/>
        </a:buClr>
        <a:buFont typeface="System Font Regular"/>
        <a:buChar char="−"/>
        <a:defRPr sz="20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20000"/>
        </a:lnSpc>
        <a:spcBef>
          <a:spcPts val="1000"/>
        </a:spcBef>
        <a:buClr>
          <a:schemeClr val="tx2"/>
        </a:buClr>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20000"/>
        </a:lnSpc>
        <a:spcBef>
          <a:spcPts val="1000"/>
        </a:spcBef>
        <a:buClr>
          <a:schemeClr val="tx2"/>
        </a:buClr>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20000"/>
        </a:lnSpc>
        <a:spcBef>
          <a:spcPts val="1000"/>
        </a:spcBef>
        <a:buClr>
          <a:schemeClr val="tx2"/>
        </a:buClr>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2" Type="http://schemas.openxmlformats.org/officeDocument/2006/relationships/hyperlink" Target="https://www.buffalo.edu/brand/creative/color/color-palette.html" TargetMode="Externa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hyperlink" Target="https://support.microsoft.com/en-us/office/make-your-powerpoint-presentations-accessible-to-people-with-disabilities-6f7772b2-2f33-4bd2-8ca7-dae3b2b3ef25#PickTab=Windows&amp;picktab=windows" TargetMode="Externa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C6EF79A5-BF07-5E2D-7DAF-AFA75AE92259}"/>
              </a:ext>
            </a:extLst>
          </p:cNvPr>
          <p:cNvSpPr>
            <a:spLocks noGrp="1"/>
          </p:cNvSpPr>
          <p:nvPr>
            <p:ph type="ctrTitle"/>
          </p:nvPr>
        </p:nvSpPr>
        <p:spPr>
          <a:xfrm>
            <a:off x="409184" y="1690710"/>
            <a:ext cx="9144000" cy="2405802"/>
          </a:xfrm>
        </p:spPr>
        <p:txBody>
          <a:bodyPr/>
          <a:lstStyle/>
          <a:p>
            <a:r>
              <a:rPr lang="en-US" dirty="0"/>
              <a:t>Presentation</a:t>
            </a:r>
            <a:br>
              <a:rPr lang="en-US" dirty="0"/>
            </a:br>
            <a:r>
              <a:rPr lang="en-US" dirty="0"/>
              <a:t>Title</a:t>
            </a:r>
          </a:p>
        </p:txBody>
      </p:sp>
      <p:sp>
        <p:nvSpPr>
          <p:cNvPr id="11" name="Subtitle 10">
            <a:extLst>
              <a:ext uri="{FF2B5EF4-FFF2-40B4-BE49-F238E27FC236}">
                <a16:creationId xmlns:a16="http://schemas.microsoft.com/office/drawing/2014/main" id="{5AD74763-8089-3291-9102-890EA53E7B0E}"/>
              </a:ext>
            </a:extLst>
          </p:cNvPr>
          <p:cNvSpPr>
            <a:spLocks noGrp="1"/>
          </p:cNvSpPr>
          <p:nvPr>
            <p:ph type="subTitle" idx="1"/>
          </p:nvPr>
        </p:nvSpPr>
        <p:spPr>
          <a:xfrm>
            <a:off x="409184" y="4216314"/>
            <a:ext cx="9144000" cy="1490005"/>
          </a:xfrm>
        </p:spPr>
        <p:txBody>
          <a:bodyPr/>
          <a:lstStyle/>
          <a:p>
            <a:r>
              <a:rPr lang="en-US" dirty="0"/>
              <a:t>Sub-topic text goes here</a:t>
            </a:r>
          </a:p>
        </p:txBody>
      </p:sp>
    </p:spTree>
    <p:extLst>
      <p:ext uri="{BB962C8B-B14F-4D97-AF65-F5344CB8AC3E}">
        <p14:creationId xmlns:p14="http://schemas.microsoft.com/office/powerpoint/2010/main" val="19065494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3C5BFC-3DC5-D224-0479-53AB12C0B9B3}"/>
              </a:ext>
            </a:extLst>
          </p:cNvPr>
          <p:cNvSpPr>
            <a:spLocks noGrp="1"/>
          </p:cNvSpPr>
          <p:nvPr>
            <p:ph type="ctrTitle"/>
          </p:nvPr>
        </p:nvSpPr>
        <p:spPr>
          <a:xfrm>
            <a:off x="409184" y="1690710"/>
            <a:ext cx="9144000" cy="2405802"/>
          </a:xfrm>
        </p:spPr>
        <p:txBody>
          <a:bodyPr/>
          <a:lstStyle/>
          <a:p>
            <a:r>
              <a:rPr lang="en-US" dirty="0"/>
              <a:t>Divider Slide Title</a:t>
            </a:r>
          </a:p>
        </p:txBody>
      </p:sp>
      <p:sp>
        <p:nvSpPr>
          <p:cNvPr id="3" name="Subtitle 2">
            <a:extLst>
              <a:ext uri="{FF2B5EF4-FFF2-40B4-BE49-F238E27FC236}">
                <a16:creationId xmlns:a16="http://schemas.microsoft.com/office/drawing/2014/main" id="{D076D0F1-3CA2-7727-A2E6-DC7F003D0601}"/>
              </a:ext>
              <a:ext uri="{C183D7F6-B498-43B3-948B-1728B52AA6E4}">
                <adec:decorative xmlns:adec="http://schemas.microsoft.com/office/drawing/2017/decorative" val="0"/>
              </a:ext>
            </a:extLst>
          </p:cNvPr>
          <p:cNvSpPr>
            <a:spLocks noGrp="1"/>
          </p:cNvSpPr>
          <p:nvPr>
            <p:ph type="subTitle" idx="1"/>
          </p:nvPr>
        </p:nvSpPr>
        <p:spPr>
          <a:xfrm>
            <a:off x="409575" y="4216400"/>
            <a:ext cx="9144000" cy="1833563"/>
          </a:xfrm>
        </p:spPr>
        <p:txBody>
          <a:bodyPr/>
          <a:lstStyle/>
          <a:p>
            <a:r>
              <a:rPr lang="en-US" dirty="0"/>
              <a:t>Sub-topic text goes here</a:t>
            </a:r>
          </a:p>
        </p:txBody>
      </p:sp>
    </p:spTree>
    <p:extLst>
      <p:ext uri="{BB962C8B-B14F-4D97-AF65-F5344CB8AC3E}">
        <p14:creationId xmlns:p14="http://schemas.microsoft.com/office/powerpoint/2010/main" val="35886065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6D520-99A7-F530-5003-54C161AB83B4}"/>
              </a:ext>
            </a:extLst>
          </p:cNvPr>
          <p:cNvSpPr>
            <a:spLocks noGrp="1"/>
          </p:cNvSpPr>
          <p:nvPr>
            <p:ph type="title"/>
          </p:nvPr>
        </p:nvSpPr>
        <p:spPr>
          <a:xfrm>
            <a:off x="394208" y="1433506"/>
            <a:ext cx="10515600" cy="868680"/>
          </a:xfrm>
        </p:spPr>
        <p:txBody>
          <a:bodyPr/>
          <a:lstStyle/>
          <a:p>
            <a:r>
              <a:rPr lang="en-US" dirty="0"/>
              <a:t>Title and 1-Column Content</a:t>
            </a:r>
          </a:p>
        </p:txBody>
      </p:sp>
      <p:sp>
        <p:nvSpPr>
          <p:cNvPr id="3" name="Text Placeholder 2">
            <a:extLst>
              <a:ext uri="{FF2B5EF4-FFF2-40B4-BE49-F238E27FC236}">
                <a16:creationId xmlns:a16="http://schemas.microsoft.com/office/drawing/2014/main" id="{A8856B42-50E2-09A6-7D77-88C858FFAD7F}"/>
              </a:ext>
            </a:extLst>
          </p:cNvPr>
          <p:cNvSpPr>
            <a:spLocks noGrp="1"/>
          </p:cNvSpPr>
          <p:nvPr>
            <p:ph type="body" sz="half" idx="2"/>
          </p:nvPr>
        </p:nvSpPr>
        <p:spPr>
          <a:xfrm>
            <a:off x="391564" y="2410823"/>
            <a:ext cx="6270493" cy="3811588"/>
          </a:xfrm>
        </p:spPr>
        <p:txBody>
          <a:bodyPr/>
          <a:lstStyle/>
          <a:p>
            <a:r>
              <a:rPr lang="en-US" dirty="0"/>
              <a:t>Lorem ipsum dolor sit amet consectetur et adipiscing elit. Vivamus euismod et leo a condimentum pretium nisl est convallis nisl vitae dapibus elit ligula vel urna. Integer mollis elit vel justo bibendum vitae et efficitur arcu bibendum. consectetur adipiscing elit. Vivamus euismod, leo a condimentum pretium.</a:t>
            </a:r>
          </a:p>
        </p:txBody>
      </p:sp>
      <p:sp>
        <p:nvSpPr>
          <p:cNvPr id="8" name="Slide Number Placeholder 7">
            <a:extLst>
              <a:ext uri="{FF2B5EF4-FFF2-40B4-BE49-F238E27FC236}">
                <a16:creationId xmlns:a16="http://schemas.microsoft.com/office/drawing/2014/main" id="{C765655D-4AFB-3BA0-17F3-A2B3F3DC8FEC}"/>
              </a:ext>
            </a:extLst>
          </p:cNvPr>
          <p:cNvSpPr>
            <a:spLocks noGrp="1"/>
          </p:cNvSpPr>
          <p:nvPr>
            <p:ph type="sldNum" sz="quarter" idx="12"/>
          </p:nvPr>
        </p:nvSpPr>
        <p:spPr>
          <a:xfrm>
            <a:off x="11107580" y="6206038"/>
            <a:ext cx="692856" cy="365125"/>
          </a:xfrm>
        </p:spPr>
        <p:txBody>
          <a:bodyPr/>
          <a:lstStyle/>
          <a:p>
            <a:fld id="{7B670C77-F8D5-0D45-BCC6-7287AA83D132}" type="slidenum">
              <a:rPr lang="en-US" smtClean="0"/>
              <a:pPr/>
              <a:t>3</a:t>
            </a:fld>
            <a:endParaRPr lang="en-US"/>
          </a:p>
        </p:txBody>
      </p:sp>
    </p:spTree>
    <p:extLst>
      <p:ext uri="{BB962C8B-B14F-4D97-AF65-F5344CB8AC3E}">
        <p14:creationId xmlns:p14="http://schemas.microsoft.com/office/powerpoint/2010/main" val="1179528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E64FCC-0592-02FA-EE74-D188B1918711}"/>
              </a:ext>
            </a:extLst>
          </p:cNvPr>
          <p:cNvSpPr>
            <a:spLocks noGrp="1"/>
          </p:cNvSpPr>
          <p:nvPr>
            <p:ph type="title"/>
          </p:nvPr>
        </p:nvSpPr>
        <p:spPr>
          <a:xfrm>
            <a:off x="394208" y="1433506"/>
            <a:ext cx="10515600" cy="868680"/>
          </a:xfrm>
        </p:spPr>
        <p:txBody>
          <a:bodyPr/>
          <a:lstStyle/>
          <a:p>
            <a:r>
              <a:rPr lang="en-US" dirty="0"/>
              <a:t>Title and 2-Column Content</a:t>
            </a:r>
          </a:p>
        </p:txBody>
      </p:sp>
      <p:sp>
        <p:nvSpPr>
          <p:cNvPr id="3" name="Text Placeholder 2">
            <a:extLst>
              <a:ext uri="{FF2B5EF4-FFF2-40B4-BE49-F238E27FC236}">
                <a16:creationId xmlns:a16="http://schemas.microsoft.com/office/drawing/2014/main" id="{88F7D646-D44D-E20D-550A-FDC382EDCCF2}"/>
              </a:ext>
            </a:extLst>
          </p:cNvPr>
          <p:cNvSpPr>
            <a:spLocks noGrp="1"/>
          </p:cNvSpPr>
          <p:nvPr>
            <p:ph type="body" sz="half" idx="2"/>
          </p:nvPr>
        </p:nvSpPr>
        <p:spPr>
          <a:xfrm>
            <a:off x="391565" y="2410823"/>
            <a:ext cx="4245750" cy="3811588"/>
          </a:xfrm>
        </p:spPr>
        <p:txBody>
          <a:bodyPr/>
          <a:lstStyle/>
          <a:p>
            <a:r>
              <a:rPr lang="en-US" dirty="0"/>
              <a:t>Lorem ipsum dolor et unus sit amet consectetur et pretium et adipiscing elit. Vivamus euismod et leo a vitae condimentum mollis pretium nisl est convallis nisl urna vitae dapibus elit ligula vel urna. Integer mollis elit vel justo bibendum vitae.</a:t>
            </a:r>
          </a:p>
        </p:txBody>
      </p:sp>
      <p:sp>
        <p:nvSpPr>
          <p:cNvPr id="4" name="Text Placeholder 3">
            <a:extLst>
              <a:ext uri="{FF2B5EF4-FFF2-40B4-BE49-F238E27FC236}">
                <a16:creationId xmlns:a16="http://schemas.microsoft.com/office/drawing/2014/main" id="{61AA244D-141C-3D41-8006-886057BA0BC7}"/>
              </a:ext>
            </a:extLst>
          </p:cNvPr>
          <p:cNvSpPr>
            <a:spLocks noGrp="1"/>
          </p:cNvSpPr>
          <p:nvPr>
            <p:ph type="body" sz="half" idx="13"/>
          </p:nvPr>
        </p:nvSpPr>
        <p:spPr>
          <a:xfrm>
            <a:off x="4909137" y="2410823"/>
            <a:ext cx="4245750" cy="3811588"/>
          </a:xfrm>
        </p:spPr>
        <p:txBody>
          <a:bodyPr/>
          <a:lstStyle/>
          <a:p>
            <a:r>
              <a:rPr lang="en-US" dirty="0"/>
              <a:t>Lorem ipsum dolor et unus sit amet consectetur et pretium a adipiscing elit. Vivamus euismod et leo a vitae condimentum mollis pretium nisl est convallis nisl urna vitae dapibus elit ligula vel urna. Integer mollis elit vel justo bibendum vitae.</a:t>
            </a:r>
          </a:p>
        </p:txBody>
      </p:sp>
      <p:sp>
        <p:nvSpPr>
          <p:cNvPr id="5" name="Slide Number Placeholder 4">
            <a:extLst>
              <a:ext uri="{FF2B5EF4-FFF2-40B4-BE49-F238E27FC236}">
                <a16:creationId xmlns:a16="http://schemas.microsoft.com/office/drawing/2014/main" id="{1343C4D7-AE49-DFD7-3545-98E837812A4E}"/>
              </a:ext>
            </a:extLst>
          </p:cNvPr>
          <p:cNvSpPr>
            <a:spLocks noGrp="1"/>
          </p:cNvSpPr>
          <p:nvPr>
            <p:ph type="sldNum" sz="quarter" idx="12"/>
          </p:nvPr>
        </p:nvSpPr>
        <p:spPr>
          <a:xfrm>
            <a:off x="11107580" y="6206038"/>
            <a:ext cx="692856" cy="365125"/>
          </a:xfrm>
        </p:spPr>
        <p:txBody>
          <a:bodyPr/>
          <a:lstStyle/>
          <a:p>
            <a:fld id="{7B670C77-F8D5-0D45-BCC6-7287AA83D132}" type="slidenum">
              <a:rPr lang="en-US" smtClean="0"/>
              <a:pPr/>
              <a:t>4</a:t>
            </a:fld>
            <a:endParaRPr lang="en-US"/>
          </a:p>
        </p:txBody>
      </p:sp>
    </p:spTree>
    <p:extLst>
      <p:ext uri="{BB962C8B-B14F-4D97-AF65-F5344CB8AC3E}">
        <p14:creationId xmlns:p14="http://schemas.microsoft.com/office/powerpoint/2010/main" val="18518106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98BAB9-FEF7-4C85-CBC7-C0F9A5577A59}"/>
              </a:ext>
            </a:extLst>
          </p:cNvPr>
          <p:cNvSpPr>
            <a:spLocks noGrp="1"/>
          </p:cNvSpPr>
          <p:nvPr>
            <p:ph type="title"/>
          </p:nvPr>
        </p:nvSpPr>
        <p:spPr>
          <a:xfrm>
            <a:off x="394208" y="1433506"/>
            <a:ext cx="10515600" cy="868680"/>
          </a:xfrm>
        </p:spPr>
        <p:txBody>
          <a:bodyPr/>
          <a:lstStyle/>
          <a:p>
            <a:r>
              <a:rPr lang="en-US" dirty="0"/>
              <a:t>Title and 1-Column Bulleted List</a:t>
            </a:r>
          </a:p>
        </p:txBody>
      </p:sp>
      <p:sp>
        <p:nvSpPr>
          <p:cNvPr id="3" name="Content Placeholder 2">
            <a:extLst>
              <a:ext uri="{FF2B5EF4-FFF2-40B4-BE49-F238E27FC236}">
                <a16:creationId xmlns:a16="http://schemas.microsoft.com/office/drawing/2014/main" id="{2B7A0914-7C46-ACAF-8013-85559B80245A}"/>
              </a:ext>
            </a:extLst>
          </p:cNvPr>
          <p:cNvSpPr>
            <a:spLocks noGrp="1"/>
          </p:cNvSpPr>
          <p:nvPr>
            <p:ph idx="1"/>
          </p:nvPr>
        </p:nvSpPr>
        <p:spPr>
          <a:xfrm>
            <a:off x="394208" y="2451872"/>
            <a:ext cx="10515600" cy="4048171"/>
          </a:xfrm>
        </p:spPr>
        <p:txBody>
          <a:bodyPr/>
          <a:lstStyle/>
          <a:p>
            <a:r>
              <a:rPr lang="en-US" dirty="0"/>
              <a:t>First level text style</a:t>
            </a:r>
          </a:p>
          <a:p>
            <a:r>
              <a:rPr lang="en-US" dirty="0"/>
              <a:t>First level text style</a:t>
            </a:r>
          </a:p>
          <a:p>
            <a:pPr lvl="1"/>
            <a:r>
              <a:rPr lang="en-US" dirty="0"/>
              <a:t>Second level text style</a:t>
            </a:r>
          </a:p>
          <a:p>
            <a:pPr lvl="1"/>
            <a:r>
              <a:rPr lang="en-US" dirty="0"/>
              <a:t>Second level text style</a:t>
            </a:r>
          </a:p>
          <a:p>
            <a:r>
              <a:rPr lang="en-US" dirty="0"/>
              <a:t>First level text style</a:t>
            </a:r>
          </a:p>
          <a:p>
            <a:pPr lvl="1"/>
            <a:r>
              <a:rPr lang="en-US" dirty="0"/>
              <a:t>Second level text style</a:t>
            </a:r>
          </a:p>
          <a:p>
            <a:pPr lvl="2"/>
            <a:r>
              <a:rPr lang="en-US" dirty="0"/>
              <a:t>Third level text style</a:t>
            </a:r>
          </a:p>
          <a:p>
            <a:pPr lvl="3"/>
            <a:r>
              <a:rPr lang="en-US" dirty="0"/>
              <a:t>Fourth level text style</a:t>
            </a:r>
          </a:p>
          <a:p>
            <a:pPr lvl="4"/>
            <a:r>
              <a:rPr lang="en-US" dirty="0"/>
              <a:t>Fifth level text style</a:t>
            </a:r>
          </a:p>
        </p:txBody>
      </p:sp>
      <p:sp>
        <p:nvSpPr>
          <p:cNvPr id="6" name="Slide Number Placeholder 5">
            <a:extLst>
              <a:ext uri="{FF2B5EF4-FFF2-40B4-BE49-F238E27FC236}">
                <a16:creationId xmlns:a16="http://schemas.microsoft.com/office/drawing/2014/main" id="{39017964-1A86-F8B9-3213-C863344BF7A1}"/>
              </a:ext>
            </a:extLst>
          </p:cNvPr>
          <p:cNvSpPr>
            <a:spLocks noGrp="1"/>
          </p:cNvSpPr>
          <p:nvPr>
            <p:ph type="sldNum" sz="quarter" idx="12"/>
          </p:nvPr>
        </p:nvSpPr>
        <p:spPr>
          <a:xfrm>
            <a:off x="11107580" y="6206038"/>
            <a:ext cx="692856" cy="365125"/>
          </a:xfrm>
        </p:spPr>
        <p:txBody>
          <a:bodyPr/>
          <a:lstStyle/>
          <a:p>
            <a:fld id="{7B670C77-F8D5-0D45-BCC6-7287AA83D132}" type="slidenum">
              <a:rPr lang="en-US" smtClean="0"/>
              <a:pPr/>
              <a:t>5</a:t>
            </a:fld>
            <a:endParaRPr lang="en-US"/>
          </a:p>
        </p:txBody>
      </p:sp>
    </p:spTree>
    <p:extLst>
      <p:ext uri="{BB962C8B-B14F-4D97-AF65-F5344CB8AC3E}">
        <p14:creationId xmlns:p14="http://schemas.microsoft.com/office/powerpoint/2010/main" val="20675673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395A6E-8E82-37BD-83CF-C336D1E6852F}"/>
              </a:ext>
            </a:extLst>
          </p:cNvPr>
          <p:cNvSpPr>
            <a:spLocks noGrp="1"/>
          </p:cNvSpPr>
          <p:nvPr>
            <p:ph type="title"/>
          </p:nvPr>
        </p:nvSpPr>
        <p:spPr>
          <a:xfrm>
            <a:off x="394208" y="1433506"/>
            <a:ext cx="10515600" cy="868680"/>
          </a:xfrm>
        </p:spPr>
        <p:txBody>
          <a:bodyPr/>
          <a:lstStyle/>
          <a:p>
            <a:r>
              <a:rPr lang="en-US" dirty="0"/>
              <a:t>Title and 1-Column Bulleted List (no crest)</a:t>
            </a:r>
          </a:p>
        </p:txBody>
      </p:sp>
      <p:sp>
        <p:nvSpPr>
          <p:cNvPr id="3" name="Content Placeholder 2">
            <a:extLst>
              <a:ext uri="{FF2B5EF4-FFF2-40B4-BE49-F238E27FC236}">
                <a16:creationId xmlns:a16="http://schemas.microsoft.com/office/drawing/2014/main" id="{4AD1EEE7-57D9-90D3-F8FE-B33EC1AFE251}"/>
              </a:ext>
            </a:extLst>
          </p:cNvPr>
          <p:cNvSpPr>
            <a:spLocks noGrp="1"/>
          </p:cNvSpPr>
          <p:nvPr>
            <p:ph idx="1"/>
          </p:nvPr>
        </p:nvSpPr>
        <p:spPr>
          <a:xfrm>
            <a:off x="394208" y="2451872"/>
            <a:ext cx="10515600" cy="4048171"/>
          </a:xfrm>
        </p:spPr>
        <p:txBody>
          <a:bodyPr/>
          <a:lstStyle/>
          <a:p>
            <a:r>
              <a:rPr lang="en-US" dirty="0"/>
              <a:t>First level text style</a:t>
            </a:r>
          </a:p>
          <a:p>
            <a:r>
              <a:rPr lang="en-US" dirty="0"/>
              <a:t>First level text style</a:t>
            </a:r>
          </a:p>
          <a:p>
            <a:pPr lvl="1"/>
            <a:r>
              <a:rPr lang="en-US" dirty="0"/>
              <a:t>Second level text style</a:t>
            </a:r>
          </a:p>
          <a:p>
            <a:pPr lvl="1"/>
            <a:r>
              <a:rPr lang="en-US" dirty="0"/>
              <a:t>Second level text style</a:t>
            </a:r>
          </a:p>
          <a:p>
            <a:r>
              <a:rPr lang="en-US" dirty="0"/>
              <a:t>First level text style</a:t>
            </a:r>
          </a:p>
          <a:p>
            <a:pPr lvl="1"/>
            <a:r>
              <a:rPr lang="en-US" dirty="0"/>
              <a:t>Second level text style</a:t>
            </a:r>
          </a:p>
          <a:p>
            <a:pPr lvl="2"/>
            <a:r>
              <a:rPr lang="en-US" dirty="0"/>
              <a:t>Third level text style</a:t>
            </a:r>
          </a:p>
          <a:p>
            <a:pPr lvl="3"/>
            <a:r>
              <a:rPr lang="en-US" dirty="0"/>
              <a:t>Fourth level text style</a:t>
            </a:r>
          </a:p>
          <a:p>
            <a:pPr lvl="4"/>
            <a:r>
              <a:rPr lang="en-US" dirty="0"/>
              <a:t>Fifth level text style</a:t>
            </a:r>
          </a:p>
        </p:txBody>
      </p:sp>
      <p:sp>
        <p:nvSpPr>
          <p:cNvPr id="4" name="Slide Number Placeholder 3">
            <a:extLst>
              <a:ext uri="{FF2B5EF4-FFF2-40B4-BE49-F238E27FC236}">
                <a16:creationId xmlns:a16="http://schemas.microsoft.com/office/drawing/2014/main" id="{7CADBFF9-1D03-E07A-B6AA-19A966B64BF4}"/>
              </a:ext>
            </a:extLst>
          </p:cNvPr>
          <p:cNvSpPr>
            <a:spLocks noGrp="1"/>
          </p:cNvSpPr>
          <p:nvPr>
            <p:ph type="sldNum" sz="quarter" idx="12"/>
          </p:nvPr>
        </p:nvSpPr>
        <p:spPr>
          <a:xfrm>
            <a:off x="11107580" y="6206038"/>
            <a:ext cx="692856" cy="365125"/>
          </a:xfrm>
        </p:spPr>
        <p:txBody>
          <a:bodyPr/>
          <a:lstStyle/>
          <a:p>
            <a:fld id="{7B670C77-F8D5-0D45-BCC6-7287AA83D132}" type="slidenum">
              <a:rPr lang="en-US" smtClean="0"/>
              <a:pPr/>
              <a:t>6</a:t>
            </a:fld>
            <a:endParaRPr lang="en-US"/>
          </a:p>
        </p:txBody>
      </p:sp>
    </p:spTree>
    <p:extLst>
      <p:ext uri="{BB962C8B-B14F-4D97-AF65-F5344CB8AC3E}">
        <p14:creationId xmlns:p14="http://schemas.microsoft.com/office/powerpoint/2010/main" val="6340745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BD0D20-A0AC-93E8-C894-BCD407799581}"/>
              </a:ext>
            </a:extLst>
          </p:cNvPr>
          <p:cNvSpPr>
            <a:spLocks noGrp="1"/>
          </p:cNvSpPr>
          <p:nvPr>
            <p:ph type="title"/>
          </p:nvPr>
        </p:nvSpPr>
        <p:spPr>
          <a:xfrm>
            <a:off x="394208" y="1433506"/>
            <a:ext cx="10515600" cy="868680"/>
          </a:xfrm>
        </p:spPr>
        <p:txBody>
          <a:bodyPr/>
          <a:lstStyle/>
          <a:p>
            <a:r>
              <a:rPr lang="en-US" dirty="0"/>
              <a:t>Title and 2-Column Bulleted List</a:t>
            </a:r>
          </a:p>
        </p:txBody>
      </p:sp>
      <p:sp>
        <p:nvSpPr>
          <p:cNvPr id="3" name="Content Placeholder 2">
            <a:extLst>
              <a:ext uri="{FF2B5EF4-FFF2-40B4-BE49-F238E27FC236}">
                <a16:creationId xmlns:a16="http://schemas.microsoft.com/office/drawing/2014/main" id="{012CC71D-ED60-1D8A-3A3D-EB7E5963A2D9}"/>
              </a:ext>
            </a:extLst>
          </p:cNvPr>
          <p:cNvSpPr>
            <a:spLocks noGrp="1"/>
          </p:cNvSpPr>
          <p:nvPr>
            <p:ph idx="1"/>
          </p:nvPr>
        </p:nvSpPr>
        <p:spPr>
          <a:xfrm>
            <a:off x="394208" y="2451872"/>
            <a:ext cx="5029200" cy="4050791"/>
          </a:xfrm>
        </p:spPr>
        <p:txBody>
          <a:bodyPr/>
          <a:lstStyle/>
          <a:p>
            <a:r>
              <a:rPr lang="en-US" dirty="0"/>
              <a:t>First level text style</a:t>
            </a:r>
          </a:p>
          <a:p>
            <a:r>
              <a:rPr lang="en-US" dirty="0"/>
              <a:t>First level text style</a:t>
            </a:r>
          </a:p>
          <a:p>
            <a:pPr lvl="1"/>
            <a:r>
              <a:rPr lang="en-US" dirty="0"/>
              <a:t>Second level text style</a:t>
            </a:r>
          </a:p>
          <a:p>
            <a:pPr lvl="1"/>
            <a:r>
              <a:rPr lang="en-US" dirty="0"/>
              <a:t>Second level text style</a:t>
            </a:r>
          </a:p>
          <a:p>
            <a:pPr lvl="1"/>
            <a:r>
              <a:rPr lang="en-US" dirty="0"/>
              <a:t>Second level text style</a:t>
            </a:r>
          </a:p>
          <a:p>
            <a:pPr lvl="2"/>
            <a:r>
              <a:rPr lang="en-US" dirty="0"/>
              <a:t>Third level text style</a:t>
            </a:r>
          </a:p>
          <a:p>
            <a:pPr lvl="3"/>
            <a:r>
              <a:rPr lang="en-US" dirty="0"/>
              <a:t>Fourth level text style</a:t>
            </a:r>
          </a:p>
          <a:p>
            <a:pPr lvl="4"/>
            <a:r>
              <a:rPr lang="en-US" dirty="0"/>
              <a:t>Fifth level text style</a:t>
            </a:r>
          </a:p>
        </p:txBody>
      </p:sp>
      <p:sp>
        <p:nvSpPr>
          <p:cNvPr id="4" name="Content Placeholder 3">
            <a:extLst>
              <a:ext uri="{FF2B5EF4-FFF2-40B4-BE49-F238E27FC236}">
                <a16:creationId xmlns:a16="http://schemas.microsoft.com/office/drawing/2014/main" id="{A4E55407-4026-BE46-015D-7F483B595735}"/>
              </a:ext>
            </a:extLst>
          </p:cNvPr>
          <p:cNvSpPr>
            <a:spLocks noGrp="1"/>
          </p:cNvSpPr>
          <p:nvPr>
            <p:ph idx="13"/>
          </p:nvPr>
        </p:nvSpPr>
        <p:spPr>
          <a:xfrm>
            <a:off x="5878286" y="2451872"/>
            <a:ext cx="5031522" cy="4048171"/>
          </a:xfrm>
        </p:spPr>
        <p:txBody>
          <a:bodyPr/>
          <a:lstStyle/>
          <a:p>
            <a:r>
              <a:rPr lang="en-US" dirty="0"/>
              <a:t>First level text style</a:t>
            </a:r>
          </a:p>
          <a:p>
            <a:r>
              <a:rPr lang="en-US" dirty="0"/>
              <a:t>First level text style</a:t>
            </a:r>
          </a:p>
          <a:p>
            <a:pPr lvl="1"/>
            <a:r>
              <a:rPr lang="en-US" dirty="0"/>
              <a:t>Second level text style</a:t>
            </a:r>
          </a:p>
          <a:p>
            <a:pPr lvl="1"/>
            <a:r>
              <a:rPr lang="en-US" dirty="0"/>
              <a:t>Second level text style</a:t>
            </a:r>
          </a:p>
          <a:p>
            <a:pPr lvl="1"/>
            <a:r>
              <a:rPr lang="en-US" dirty="0"/>
              <a:t>Second level text style</a:t>
            </a:r>
          </a:p>
          <a:p>
            <a:pPr lvl="2"/>
            <a:r>
              <a:rPr lang="en-US" dirty="0"/>
              <a:t>Third level text style</a:t>
            </a:r>
          </a:p>
          <a:p>
            <a:pPr lvl="3"/>
            <a:r>
              <a:rPr lang="en-US" dirty="0"/>
              <a:t>Fourth level text style</a:t>
            </a:r>
          </a:p>
          <a:p>
            <a:pPr lvl="4"/>
            <a:r>
              <a:rPr lang="en-US" dirty="0"/>
              <a:t>Fifth level text style</a:t>
            </a:r>
          </a:p>
        </p:txBody>
      </p:sp>
      <p:sp>
        <p:nvSpPr>
          <p:cNvPr id="5" name="Slide Number Placeholder 4">
            <a:extLst>
              <a:ext uri="{FF2B5EF4-FFF2-40B4-BE49-F238E27FC236}">
                <a16:creationId xmlns:a16="http://schemas.microsoft.com/office/drawing/2014/main" id="{3A240F16-B8CC-FF91-B7B1-00388737474F}"/>
              </a:ext>
            </a:extLst>
          </p:cNvPr>
          <p:cNvSpPr>
            <a:spLocks noGrp="1"/>
          </p:cNvSpPr>
          <p:nvPr>
            <p:ph type="sldNum" sz="quarter" idx="12"/>
          </p:nvPr>
        </p:nvSpPr>
        <p:spPr>
          <a:xfrm>
            <a:off x="11107580" y="6206038"/>
            <a:ext cx="692856" cy="365125"/>
          </a:xfrm>
        </p:spPr>
        <p:txBody>
          <a:bodyPr/>
          <a:lstStyle/>
          <a:p>
            <a:fld id="{7B670C77-F8D5-0D45-BCC6-7287AA83D132}" type="slidenum">
              <a:rPr lang="en-US" smtClean="0"/>
              <a:pPr/>
              <a:t>7</a:t>
            </a:fld>
            <a:endParaRPr lang="en-US"/>
          </a:p>
        </p:txBody>
      </p:sp>
    </p:spTree>
    <p:extLst>
      <p:ext uri="{BB962C8B-B14F-4D97-AF65-F5344CB8AC3E}">
        <p14:creationId xmlns:p14="http://schemas.microsoft.com/office/powerpoint/2010/main" val="41233220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41708E-4993-1700-ACF1-C3BF83993F12}"/>
              </a:ext>
              <a:ext uri="{C183D7F6-B498-43B3-948B-1728B52AA6E4}">
                <adec:decorative xmlns:adec="http://schemas.microsoft.com/office/drawing/2017/decorative" val="0"/>
              </a:ext>
            </a:extLst>
          </p:cNvPr>
          <p:cNvSpPr>
            <a:spLocks noGrp="1"/>
          </p:cNvSpPr>
          <p:nvPr>
            <p:ph type="title"/>
          </p:nvPr>
        </p:nvSpPr>
        <p:spPr>
          <a:xfrm>
            <a:off x="394208" y="1433506"/>
            <a:ext cx="10515600" cy="868680"/>
          </a:xfrm>
        </p:spPr>
        <p:txBody>
          <a:bodyPr/>
          <a:lstStyle/>
          <a:p>
            <a:r>
              <a:rPr lang="en-US" dirty="0"/>
              <a:t>Title, Sub-title and 1-Column Bulleted List</a:t>
            </a:r>
          </a:p>
        </p:txBody>
      </p:sp>
      <p:sp>
        <p:nvSpPr>
          <p:cNvPr id="3" name="Content Placeholder 2">
            <a:extLst>
              <a:ext uri="{FF2B5EF4-FFF2-40B4-BE49-F238E27FC236}">
                <a16:creationId xmlns:a16="http://schemas.microsoft.com/office/drawing/2014/main" id="{EB1A5C6D-7A26-F7F8-E615-F7324A48AF53}"/>
              </a:ext>
            </a:extLst>
          </p:cNvPr>
          <p:cNvSpPr>
            <a:spLocks noGrp="1"/>
          </p:cNvSpPr>
          <p:nvPr>
            <p:ph idx="1"/>
          </p:nvPr>
        </p:nvSpPr>
        <p:spPr>
          <a:xfrm>
            <a:off x="394206" y="2456033"/>
            <a:ext cx="10515600" cy="517986"/>
          </a:xfrm>
        </p:spPr>
        <p:txBody>
          <a:bodyPr/>
          <a:lstStyle/>
          <a:p>
            <a:r>
              <a:rPr lang="en-US" dirty="0"/>
              <a:t>sub-title placeholder text</a:t>
            </a:r>
          </a:p>
        </p:txBody>
      </p:sp>
      <p:sp>
        <p:nvSpPr>
          <p:cNvPr id="4" name="Content Placeholder 3">
            <a:extLst>
              <a:ext uri="{FF2B5EF4-FFF2-40B4-BE49-F238E27FC236}">
                <a16:creationId xmlns:a16="http://schemas.microsoft.com/office/drawing/2014/main" id="{3533EB89-4294-0170-418A-A76E396B00D1}"/>
              </a:ext>
            </a:extLst>
          </p:cNvPr>
          <p:cNvSpPr>
            <a:spLocks noGrp="1"/>
          </p:cNvSpPr>
          <p:nvPr>
            <p:ph idx="14"/>
          </p:nvPr>
        </p:nvSpPr>
        <p:spPr>
          <a:xfrm>
            <a:off x="394208" y="3095375"/>
            <a:ext cx="10515600" cy="3184283"/>
          </a:xfrm>
        </p:spPr>
        <p:txBody>
          <a:bodyPr/>
          <a:lstStyle/>
          <a:p>
            <a:r>
              <a:rPr lang="en-US" dirty="0"/>
              <a:t>First level text style</a:t>
            </a:r>
          </a:p>
          <a:p>
            <a:r>
              <a:rPr lang="en-US" dirty="0"/>
              <a:t>First level text style</a:t>
            </a:r>
          </a:p>
          <a:p>
            <a:pPr lvl="1"/>
            <a:r>
              <a:rPr lang="en-US" dirty="0"/>
              <a:t>Second level text style</a:t>
            </a:r>
          </a:p>
          <a:p>
            <a:pPr lvl="1"/>
            <a:r>
              <a:rPr lang="en-US" dirty="0"/>
              <a:t>Second level text style </a:t>
            </a:r>
          </a:p>
          <a:p>
            <a:pPr lvl="1"/>
            <a:r>
              <a:rPr lang="en-US" dirty="0"/>
              <a:t>Second level text style</a:t>
            </a:r>
          </a:p>
          <a:p>
            <a:r>
              <a:rPr lang="en-US" dirty="0"/>
              <a:t>First level text style</a:t>
            </a:r>
          </a:p>
          <a:p>
            <a:r>
              <a:rPr lang="en-US" dirty="0"/>
              <a:t>First level text style</a:t>
            </a:r>
          </a:p>
          <a:p>
            <a:pPr lvl="1"/>
            <a:endParaRPr lang="en-US" dirty="0"/>
          </a:p>
          <a:p>
            <a:endParaRPr lang="en-US" dirty="0"/>
          </a:p>
        </p:txBody>
      </p:sp>
      <p:sp>
        <p:nvSpPr>
          <p:cNvPr id="5" name="Slide Number Placeholder 4">
            <a:extLst>
              <a:ext uri="{FF2B5EF4-FFF2-40B4-BE49-F238E27FC236}">
                <a16:creationId xmlns:a16="http://schemas.microsoft.com/office/drawing/2014/main" id="{84E9C815-DB2E-1D25-41A6-DDE6864C2B83}"/>
              </a:ext>
              <a:ext uri="{C183D7F6-B498-43B3-948B-1728B52AA6E4}">
                <adec:decorative xmlns:adec="http://schemas.microsoft.com/office/drawing/2017/decorative" val="0"/>
              </a:ext>
            </a:extLst>
          </p:cNvPr>
          <p:cNvSpPr>
            <a:spLocks noGrp="1"/>
          </p:cNvSpPr>
          <p:nvPr>
            <p:ph type="sldNum" sz="quarter" idx="12"/>
          </p:nvPr>
        </p:nvSpPr>
        <p:spPr>
          <a:xfrm>
            <a:off x="11107580" y="6206038"/>
            <a:ext cx="692856" cy="365125"/>
          </a:xfrm>
        </p:spPr>
        <p:txBody>
          <a:bodyPr/>
          <a:lstStyle/>
          <a:p>
            <a:fld id="{7B670C77-F8D5-0D45-BCC6-7287AA83D132}" type="slidenum">
              <a:rPr lang="en-US" smtClean="0"/>
              <a:pPr/>
              <a:t>8</a:t>
            </a:fld>
            <a:endParaRPr lang="en-US"/>
          </a:p>
        </p:txBody>
      </p:sp>
    </p:spTree>
    <p:extLst>
      <p:ext uri="{BB962C8B-B14F-4D97-AF65-F5344CB8AC3E}">
        <p14:creationId xmlns:p14="http://schemas.microsoft.com/office/powerpoint/2010/main" val="20180013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19ABB-755E-E6C1-F5F7-B356BB42278C}"/>
              </a:ext>
              <a:ext uri="{C183D7F6-B498-43B3-948B-1728B52AA6E4}">
                <adec:decorative xmlns:adec="http://schemas.microsoft.com/office/drawing/2017/decorative" val="0"/>
              </a:ext>
            </a:extLst>
          </p:cNvPr>
          <p:cNvSpPr>
            <a:spLocks noGrp="1"/>
          </p:cNvSpPr>
          <p:nvPr>
            <p:ph type="title"/>
          </p:nvPr>
        </p:nvSpPr>
        <p:spPr>
          <a:xfrm>
            <a:off x="394208" y="1433506"/>
            <a:ext cx="10515600" cy="868680"/>
          </a:xfrm>
        </p:spPr>
        <p:txBody>
          <a:bodyPr/>
          <a:lstStyle/>
          <a:p>
            <a:r>
              <a:rPr lang="en-US" dirty="0"/>
              <a:t>Title, Sub-title and 2-Column Bulleted List</a:t>
            </a:r>
          </a:p>
        </p:txBody>
      </p:sp>
      <p:sp>
        <p:nvSpPr>
          <p:cNvPr id="3" name="Content Placeholder 2">
            <a:extLst>
              <a:ext uri="{FF2B5EF4-FFF2-40B4-BE49-F238E27FC236}">
                <a16:creationId xmlns:a16="http://schemas.microsoft.com/office/drawing/2014/main" id="{53329318-909F-C57B-9BF3-2DC6425D41EB}"/>
              </a:ext>
              <a:ext uri="{C183D7F6-B498-43B3-948B-1728B52AA6E4}">
                <adec:decorative xmlns:adec="http://schemas.microsoft.com/office/drawing/2017/decorative" val="0"/>
              </a:ext>
            </a:extLst>
          </p:cNvPr>
          <p:cNvSpPr>
            <a:spLocks noGrp="1"/>
          </p:cNvSpPr>
          <p:nvPr>
            <p:ph idx="1"/>
          </p:nvPr>
        </p:nvSpPr>
        <p:spPr>
          <a:xfrm>
            <a:off x="394206" y="2456033"/>
            <a:ext cx="4939792" cy="517986"/>
          </a:xfrm>
        </p:spPr>
        <p:txBody>
          <a:bodyPr/>
          <a:lstStyle/>
          <a:p>
            <a:r>
              <a:rPr lang="en-US" dirty="0"/>
              <a:t>sub-title placeholder text</a:t>
            </a:r>
          </a:p>
        </p:txBody>
      </p:sp>
      <p:sp>
        <p:nvSpPr>
          <p:cNvPr id="4" name="Content Placeholder 3">
            <a:extLst>
              <a:ext uri="{FF2B5EF4-FFF2-40B4-BE49-F238E27FC236}">
                <a16:creationId xmlns:a16="http://schemas.microsoft.com/office/drawing/2014/main" id="{744F2667-0B7E-8588-F09F-9FB864F69318}"/>
              </a:ext>
              <a:ext uri="{C183D7F6-B498-43B3-948B-1728B52AA6E4}">
                <adec:decorative xmlns:adec="http://schemas.microsoft.com/office/drawing/2017/decorative" val="0"/>
              </a:ext>
            </a:extLst>
          </p:cNvPr>
          <p:cNvSpPr>
            <a:spLocks noGrp="1"/>
          </p:cNvSpPr>
          <p:nvPr>
            <p:ph idx="14"/>
          </p:nvPr>
        </p:nvSpPr>
        <p:spPr>
          <a:xfrm>
            <a:off x="394208" y="3095375"/>
            <a:ext cx="4939792" cy="3184283"/>
          </a:xfrm>
        </p:spPr>
        <p:txBody>
          <a:bodyPr/>
          <a:lstStyle/>
          <a:p>
            <a:r>
              <a:rPr lang="en-US" dirty="0"/>
              <a:t>First level text style</a:t>
            </a:r>
          </a:p>
          <a:p>
            <a:r>
              <a:rPr lang="en-US" dirty="0"/>
              <a:t>First level text style</a:t>
            </a:r>
          </a:p>
          <a:p>
            <a:r>
              <a:rPr lang="en-US" dirty="0"/>
              <a:t>First level text style</a:t>
            </a:r>
          </a:p>
          <a:p>
            <a:pPr lvl="1"/>
            <a:r>
              <a:rPr lang="en-US" dirty="0"/>
              <a:t>Second level text style</a:t>
            </a:r>
          </a:p>
          <a:p>
            <a:pPr lvl="1"/>
            <a:r>
              <a:rPr lang="en-US" dirty="0"/>
              <a:t>Second level text style</a:t>
            </a:r>
          </a:p>
          <a:p>
            <a:pPr lvl="1"/>
            <a:r>
              <a:rPr lang="en-US" dirty="0"/>
              <a:t>Second level text style</a:t>
            </a:r>
          </a:p>
        </p:txBody>
      </p:sp>
      <p:sp>
        <p:nvSpPr>
          <p:cNvPr id="5" name="Content Placeholder 4">
            <a:extLst>
              <a:ext uri="{FF2B5EF4-FFF2-40B4-BE49-F238E27FC236}">
                <a16:creationId xmlns:a16="http://schemas.microsoft.com/office/drawing/2014/main" id="{7FB05B8F-8526-1923-3C29-92616C1A39D4}"/>
              </a:ext>
              <a:ext uri="{C183D7F6-B498-43B3-948B-1728B52AA6E4}">
                <adec:decorative xmlns:adec="http://schemas.microsoft.com/office/drawing/2017/decorative" val="0"/>
              </a:ext>
            </a:extLst>
          </p:cNvPr>
          <p:cNvSpPr>
            <a:spLocks noGrp="1"/>
          </p:cNvSpPr>
          <p:nvPr>
            <p:ph idx="15"/>
          </p:nvPr>
        </p:nvSpPr>
        <p:spPr>
          <a:xfrm>
            <a:off x="5977588" y="2456033"/>
            <a:ext cx="4939792" cy="517986"/>
          </a:xfrm>
        </p:spPr>
        <p:txBody>
          <a:bodyPr/>
          <a:lstStyle/>
          <a:p>
            <a:r>
              <a:rPr lang="en-US" dirty="0"/>
              <a:t>sub-title placeholder text</a:t>
            </a:r>
          </a:p>
        </p:txBody>
      </p:sp>
      <p:sp>
        <p:nvSpPr>
          <p:cNvPr id="6" name="Content Placeholder 5">
            <a:extLst>
              <a:ext uri="{FF2B5EF4-FFF2-40B4-BE49-F238E27FC236}">
                <a16:creationId xmlns:a16="http://schemas.microsoft.com/office/drawing/2014/main" id="{5D97996D-45B7-21D1-D340-45E421193667}"/>
              </a:ext>
              <a:ext uri="{C183D7F6-B498-43B3-948B-1728B52AA6E4}">
                <adec:decorative xmlns:adec="http://schemas.microsoft.com/office/drawing/2017/decorative" val="0"/>
              </a:ext>
            </a:extLst>
          </p:cNvPr>
          <p:cNvSpPr>
            <a:spLocks noGrp="1"/>
          </p:cNvSpPr>
          <p:nvPr>
            <p:ph idx="16"/>
          </p:nvPr>
        </p:nvSpPr>
        <p:spPr>
          <a:xfrm>
            <a:off x="5977590" y="3095375"/>
            <a:ext cx="4939792" cy="3184283"/>
          </a:xfrm>
        </p:spPr>
        <p:txBody>
          <a:bodyPr/>
          <a:lstStyle/>
          <a:p>
            <a:r>
              <a:rPr lang="en-US" dirty="0"/>
              <a:t>First level text style</a:t>
            </a:r>
          </a:p>
          <a:p>
            <a:r>
              <a:rPr lang="en-US" dirty="0"/>
              <a:t>First level text style</a:t>
            </a:r>
          </a:p>
          <a:p>
            <a:r>
              <a:rPr lang="en-US" dirty="0"/>
              <a:t>First level text style</a:t>
            </a:r>
          </a:p>
          <a:p>
            <a:pPr lvl="1"/>
            <a:r>
              <a:rPr lang="en-US" dirty="0"/>
              <a:t>Second level text style</a:t>
            </a:r>
          </a:p>
          <a:p>
            <a:pPr lvl="1"/>
            <a:r>
              <a:rPr lang="en-US" dirty="0"/>
              <a:t>Second level text style</a:t>
            </a:r>
          </a:p>
          <a:p>
            <a:pPr lvl="1"/>
            <a:r>
              <a:rPr lang="en-US" dirty="0"/>
              <a:t>Second level text style</a:t>
            </a:r>
          </a:p>
        </p:txBody>
      </p:sp>
      <p:sp>
        <p:nvSpPr>
          <p:cNvPr id="7" name="Slide Number Placeholder 6">
            <a:extLst>
              <a:ext uri="{FF2B5EF4-FFF2-40B4-BE49-F238E27FC236}">
                <a16:creationId xmlns:a16="http://schemas.microsoft.com/office/drawing/2014/main" id="{878B3EB4-DFBF-99C5-8480-030C7C3C4989}"/>
              </a:ext>
              <a:ext uri="{C183D7F6-B498-43B3-948B-1728B52AA6E4}">
                <adec:decorative xmlns:adec="http://schemas.microsoft.com/office/drawing/2017/decorative" val="0"/>
              </a:ext>
            </a:extLst>
          </p:cNvPr>
          <p:cNvSpPr>
            <a:spLocks noGrp="1"/>
          </p:cNvSpPr>
          <p:nvPr>
            <p:ph type="sldNum" sz="quarter" idx="12"/>
          </p:nvPr>
        </p:nvSpPr>
        <p:spPr>
          <a:xfrm>
            <a:off x="11107580" y="6206038"/>
            <a:ext cx="692856" cy="365125"/>
          </a:xfrm>
        </p:spPr>
        <p:txBody>
          <a:bodyPr/>
          <a:lstStyle/>
          <a:p>
            <a:fld id="{7B670C77-F8D5-0D45-BCC6-7287AA83D132}" type="slidenum">
              <a:rPr lang="en-US" smtClean="0"/>
              <a:pPr/>
              <a:t>9</a:t>
            </a:fld>
            <a:endParaRPr lang="en-US" dirty="0"/>
          </a:p>
        </p:txBody>
      </p:sp>
    </p:spTree>
    <p:extLst>
      <p:ext uri="{BB962C8B-B14F-4D97-AF65-F5344CB8AC3E}">
        <p14:creationId xmlns:p14="http://schemas.microsoft.com/office/powerpoint/2010/main" val="29158957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AC2C5-5AD3-5C88-6C26-3379804EA9BF}"/>
              </a:ext>
            </a:extLst>
          </p:cNvPr>
          <p:cNvSpPr>
            <a:spLocks noGrp="1"/>
          </p:cNvSpPr>
          <p:nvPr>
            <p:ph type="title"/>
          </p:nvPr>
        </p:nvSpPr>
        <p:spPr>
          <a:xfrm>
            <a:off x="393700" y="1433513"/>
            <a:ext cx="5440363" cy="868362"/>
          </a:xfrm>
        </p:spPr>
        <p:txBody>
          <a:bodyPr/>
          <a:lstStyle/>
          <a:p>
            <a:r>
              <a:rPr lang="en-US" dirty="0"/>
              <a:t>Title, Content and Graph</a:t>
            </a:r>
          </a:p>
        </p:txBody>
      </p:sp>
      <p:sp>
        <p:nvSpPr>
          <p:cNvPr id="3" name="Text Placeholder 2">
            <a:extLst>
              <a:ext uri="{FF2B5EF4-FFF2-40B4-BE49-F238E27FC236}">
                <a16:creationId xmlns:a16="http://schemas.microsoft.com/office/drawing/2014/main" id="{0FE984D7-6E5E-AECF-52DA-056035904987}"/>
              </a:ext>
            </a:extLst>
          </p:cNvPr>
          <p:cNvSpPr>
            <a:spLocks noGrp="1"/>
          </p:cNvSpPr>
          <p:nvPr>
            <p:ph type="body" sz="half" idx="2"/>
          </p:nvPr>
        </p:nvSpPr>
        <p:spPr>
          <a:xfrm>
            <a:off x="391564" y="2410823"/>
            <a:ext cx="5192807" cy="3811588"/>
          </a:xfrm>
        </p:spPr>
        <p:txBody>
          <a:bodyPr/>
          <a:lstStyle/>
          <a:p>
            <a:r>
              <a:rPr lang="en-US"/>
              <a:t>Lorem ipsum dolor sit amet consectetur et adipiscing elit. Vivamus euismod et leo a condimentum pretium nisl est convallis nisl, vitae dapibus elit ligula vel urna. Integer mollis elit vel justo bibendum vitae et efficitur arcu bibendum. consectetur adipiscing elit. Vivamus euismod leo a condimentum.</a:t>
            </a:r>
            <a:endParaRPr lang="en-US" dirty="0"/>
          </a:p>
        </p:txBody>
      </p:sp>
      <p:graphicFrame>
        <p:nvGraphicFramePr>
          <p:cNvPr id="6" name="Chart Placeholder 5" descr="this is a placeholder chart">
            <a:extLst>
              <a:ext uri="{FF2B5EF4-FFF2-40B4-BE49-F238E27FC236}">
                <a16:creationId xmlns:a16="http://schemas.microsoft.com/office/drawing/2014/main" id="{E340BCDB-4CBE-4404-580A-E7FD7EA69593}"/>
              </a:ext>
            </a:extLst>
          </p:cNvPr>
          <p:cNvGraphicFramePr>
            <a:graphicFrameLocks noGrp="1"/>
          </p:cNvGraphicFramePr>
          <p:nvPr>
            <p:ph type="chart" sz="quarter" idx="10"/>
            <p:extLst>
              <p:ext uri="{D42A27DB-BD31-4B8C-83A1-F6EECF244321}">
                <p14:modId xmlns:p14="http://schemas.microsoft.com/office/powerpoint/2010/main" val="3000638287"/>
              </p:ext>
            </p:extLst>
          </p:nvPr>
        </p:nvGraphicFramePr>
        <p:xfrm>
          <a:off x="5834063" y="2032228"/>
          <a:ext cx="5964237" cy="432117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4645392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FDBC93-E4F7-56E2-8088-7F5B1D3ED99F}"/>
              </a:ext>
            </a:extLst>
          </p:cNvPr>
          <p:cNvSpPr>
            <a:spLocks noGrp="1"/>
          </p:cNvSpPr>
          <p:nvPr>
            <p:ph type="title"/>
          </p:nvPr>
        </p:nvSpPr>
        <p:spPr>
          <a:xfrm>
            <a:off x="394208" y="1433506"/>
            <a:ext cx="5190163" cy="868680"/>
          </a:xfrm>
        </p:spPr>
        <p:txBody>
          <a:bodyPr/>
          <a:lstStyle/>
          <a:p>
            <a:r>
              <a:rPr lang="en-US" dirty="0"/>
              <a:t>Title, Content and Photo</a:t>
            </a:r>
          </a:p>
        </p:txBody>
      </p:sp>
      <p:sp>
        <p:nvSpPr>
          <p:cNvPr id="3" name="Text Placeholder 2">
            <a:extLst>
              <a:ext uri="{FF2B5EF4-FFF2-40B4-BE49-F238E27FC236}">
                <a16:creationId xmlns:a16="http://schemas.microsoft.com/office/drawing/2014/main" id="{94871476-3A7A-72AF-C0F2-89000D3D1363}"/>
              </a:ext>
            </a:extLst>
          </p:cNvPr>
          <p:cNvSpPr>
            <a:spLocks noGrp="1"/>
          </p:cNvSpPr>
          <p:nvPr>
            <p:ph type="body" sz="half" idx="2"/>
          </p:nvPr>
        </p:nvSpPr>
        <p:spPr>
          <a:xfrm>
            <a:off x="391564" y="2410823"/>
            <a:ext cx="5192807" cy="3811588"/>
          </a:xfrm>
        </p:spPr>
        <p:txBody>
          <a:bodyPr/>
          <a:lstStyle/>
          <a:p>
            <a:r>
              <a:rPr lang="en-US" dirty="0"/>
              <a:t>Lorem ipsum dolor sit amet consectetur et adipiscing elit. Vivamus euismod et leo a condimentum pretium nisl est convallis nisl, vitae dapibus elit ligula vel urna. Integer mollis elit vel justo bibendum vitae et efficitur arcu bibendum. consectetur adipiscing elit. Vivamus euismod leo a condimentum.</a:t>
            </a:r>
          </a:p>
        </p:txBody>
      </p:sp>
      <p:sp>
        <p:nvSpPr>
          <p:cNvPr id="6" name="Picture Placeholder 5">
            <a:extLst>
              <a:ext uri="{FF2B5EF4-FFF2-40B4-BE49-F238E27FC236}">
                <a16:creationId xmlns:a16="http://schemas.microsoft.com/office/drawing/2014/main" id="{39DAD67F-A620-27F8-0D4A-F6EAF6BB47DA}"/>
              </a:ext>
            </a:extLst>
          </p:cNvPr>
          <p:cNvSpPr>
            <a:spLocks noGrp="1"/>
          </p:cNvSpPr>
          <p:nvPr>
            <p:ph type="pic" idx="1"/>
          </p:nvPr>
        </p:nvSpPr>
        <p:spPr/>
        <p:txBody>
          <a:bodyPr/>
          <a:lstStyle/>
          <a:p>
            <a:endParaRPr lang="en-US"/>
          </a:p>
        </p:txBody>
      </p:sp>
    </p:spTree>
    <p:extLst>
      <p:ext uri="{BB962C8B-B14F-4D97-AF65-F5344CB8AC3E}">
        <p14:creationId xmlns:p14="http://schemas.microsoft.com/office/powerpoint/2010/main" val="32146543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527881-DC11-5833-EEF7-23F6FC02F50F}"/>
              </a:ext>
            </a:extLst>
          </p:cNvPr>
          <p:cNvSpPr>
            <a:spLocks noGrp="1"/>
          </p:cNvSpPr>
          <p:nvPr>
            <p:ph type="title"/>
          </p:nvPr>
        </p:nvSpPr>
        <p:spPr>
          <a:xfrm>
            <a:off x="393700" y="1433513"/>
            <a:ext cx="5408386" cy="868362"/>
          </a:xfrm>
        </p:spPr>
        <p:txBody>
          <a:bodyPr/>
          <a:lstStyle/>
          <a:p>
            <a:r>
              <a:rPr lang="en-US" dirty="0"/>
              <a:t>Title, Content and Photos</a:t>
            </a:r>
          </a:p>
        </p:txBody>
      </p:sp>
      <p:sp>
        <p:nvSpPr>
          <p:cNvPr id="3" name="Text Placeholder 2">
            <a:extLst>
              <a:ext uri="{FF2B5EF4-FFF2-40B4-BE49-F238E27FC236}">
                <a16:creationId xmlns:a16="http://schemas.microsoft.com/office/drawing/2014/main" id="{F156D7FA-F5B1-A683-BE2C-FC28EB97ADF4}"/>
              </a:ext>
            </a:extLst>
          </p:cNvPr>
          <p:cNvSpPr>
            <a:spLocks noGrp="1"/>
          </p:cNvSpPr>
          <p:nvPr>
            <p:ph type="body" sz="half" idx="2"/>
          </p:nvPr>
        </p:nvSpPr>
        <p:spPr>
          <a:xfrm>
            <a:off x="391564" y="2410823"/>
            <a:ext cx="5192807" cy="3811588"/>
          </a:xfrm>
        </p:spPr>
        <p:txBody>
          <a:bodyPr/>
          <a:lstStyle/>
          <a:p>
            <a:r>
              <a:rPr lang="en-US" dirty="0"/>
              <a:t>Lorem ipsum dolor sit amet consectetur et adipiscing elit. Vivamus euismod et leo a condimentum pretium nisl est convallis nisl, vitae dapibus elit ligula vel urna. Integer mollis elit vel justo bibendum vitae et efficitur arcu bibendum. consectetur adipiscing elit. Vivamus euismod leo a condimentum.</a:t>
            </a:r>
          </a:p>
        </p:txBody>
      </p:sp>
      <p:sp>
        <p:nvSpPr>
          <p:cNvPr id="6" name="Picture Placeholder 5">
            <a:extLst>
              <a:ext uri="{FF2B5EF4-FFF2-40B4-BE49-F238E27FC236}">
                <a16:creationId xmlns:a16="http://schemas.microsoft.com/office/drawing/2014/main" id="{603FE70C-14AD-2AEC-7410-8C211C2AF9F1}"/>
              </a:ext>
            </a:extLst>
          </p:cNvPr>
          <p:cNvSpPr>
            <a:spLocks noGrp="1"/>
          </p:cNvSpPr>
          <p:nvPr>
            <p:ph type="pic" idx="1"/>
          </p:nvPr>
        </p:nvSpPr>
        <p:spPr/>
        <p:txBody>
          <a:bodyPr/>
          <a:lstStyle/>
          <a:p>
            <a:endParaRPr lang="en-US"/>
          </a:p>
        </p:txBody>
      </p:sp>
      <p:sp>
        <p:nvSpPr>
          <p:cNvPr id="8" name="Picture Placeholder 7">
            <a:extLst>
              <a:ext uri="{FF2B5EF4-FFF2-40B4-BE49-F238E27FC236}">
                <a16:creationId xmlns:a16="http://schemas.microsoft.com/office/drawing/2014/main" id="{AC309045-044B-0D82-515D-5C11992ABFF3}"/>
              </a:ext>
            </a:extLst>
          </p:cNvPr>
          <p:cNvSpPr>
            <a:spLocks noGrp="1"/>
          </p:cNvSpPr>
          <p:nvPr>
            <p:ph type="pic" idx="11"/>
          </p:nvPr>
        </p:nvSpPr>
        <p:spPr/>
        <p:txBody>
          <a:bodyPr/>
          <a:lstStyle/>
          <a:p>
            <a:endParaRPr lang="en-US"/>
          </a:p>
        </p:txBody>
      </p:sp>
      <p:sp>
        <p:nvSpPr>
          <p:cNvPr id="7" name="Picture Placeholder 6">
            <a:extLst>
              <a:ext uri="{FF2B5EF4-FFF2-40B4-BE49-F238E27FC236}">
                <a16:creationId xmlns:a16="http://schemas.microsoft.com/office/drawing/2014/main" id="{2369469A-FA78-CA80-13BB-5EA3AE4F5F17}"/>
              </a:ext>
            </a:extLst>
          </p:cNvPr>
          <p:cNvSpPr>
            <a:spLocks noGrp="1"/>
          </p:cNvSpPr>
          <p:nvPr>
            <p:ph type="pic" idx="10"/>
          </p:nvPr>
        </p:nvSpPr>
        <p:spPr/>
        <p:txBody>
          <a:bodyPr/>
          <a:lstStyle/>
          <a:p>
            <a:endParaRPr lang="en-US"/>
          </a:p>
        </p:txBody>
      </p:sp>
    </p:spTree>
    <p:extLst>
      <p:ext uri="{BB962C8B-B14F-4D97-AF65-F5344CB8AC3E}">
        <p14:creationId xmlns:p14="http://schemas.microsoft.com/office/powerpoint/2010/main" val="33233751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C7E4CE-C6EE-170A-7FE9-73A182D49CAD}"/>
              </a:ext>
            </a:extLst>
          </p:cNvPr>
          <p:cNvSpPr>
            <a:spLocks noGrp="1"/>
          </p:cNvSpPr>
          <p:nvPr>
            <p:ph type="title"/>
          </p:nvPr>
        </p:nvSpPr>
        <p:spPr/>
        <p:txBody>
          <a:bodyPr/>
          <a:lstStyle/>
          <a:p>
            <a:r>
              <a:rPr lang="en-US" dirty="0"/>
              <a:t>Full-width Photo</a:t>
            </a:r>
          </a:p>
        </p:txBody>
      </p:sp>
      <p:sp>
        <p:nvSpPr>
          <p:cNvPr id="3" name="Picture Placeholder 2">
            <a:extLst>
              <a:ext uri="{FF2B5EF4-FFF2-40B4-BE49-F238E27FC236}">
                <a16:creationId xmlns:a16="http://schemas.microsoft.com/office/drawing/2014/main" id="{0C66FB03-6B46-0627-0748-453379A267DD}"/>
              </a:ext>
            </a:extLst>
          </p:cNvPr>
          <p:cNvSpPr>
            <a:spLocks noGrp="1"/>
          </p:cNvSpPr>
          <p:nvPr>
            <p:ph type="pic" idx="1"/>
          </p:nvPr>
        </p:nvSpPr>
        <p:spPr/>
        <p:txBody>
          <a:bodyPr/>
          <a:lstStyle/>
          <a:p>
            <a:endParaRPr lang="en-US" dirty="0"/>
          </a:p>
        </p:txBody>
      </p:sp>
    </p:spTree>
    <p:extLst>
      <p:ext uri="{BB962C8B-B14F-4D97-AF65-F5344CB8AC3E}">
        <p14:creationId xmlns:p14="http://schemas.microsoft.com/office/powerpoint/2010/main" val="35068520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28C527-7843-C83E-BAA6-DF6D93FCC9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04A773-5DE3-FF6B-771F-66C1C678A07B}"/>
              </a:ext>
              <a:ext uri="{C183D7F6-B498-43B3-948B-1728B52AA6E4}">
                <adec:decorative xmlns:adec="http://schemas.microsoft.com/office/drawing/2017/decorative" val="0"/>
              </a:ext>
            </a:extLst>
          </p:cNvPr>
          <p:cNvSpPr>
            <a:spLocks noGrp="1"/>
          </p:cNvSpPr>
          <p:nvPr>
            <p:ph type="title"/>
          </p:nvPr>
        </p:nvSpPr>
        <p:spPr>
          <a:xfrm>
            <a:off x="394208" y="1433506"/>
            <a:ext cx="10515600" cy="868680"/>
          </a:xfrm>
        </p:spPr>
        <p:txBody>
          <a:bodyPr/>
          <a:lstStyle/>
          <a:p>
            <a:r>
              <a:rPr lang="en-US" dirty="0"/>
              <a:t>Graphic Elements</a:t>
            </a:r>
          </a:p>
        </p:txBody>
      </p:sp>
      <p:sp>
        <p:nvSpPr>
          <p:cNvPr id="3" name="Text Placeholder 2">
            <a:extLst>
              <a:ext uri="{FF2B5EF4-FFF2-40B4-BE49-F238E27FC236}">
                <a16:creationId xmlns:a16="http://schemas.microsoft.com/office/drawing/2014/main" id="{5347C01A-57C1-5C4F-AB2B-C85539C58524}"/>
              </a:ext>
              <a:ext uri="{C183D7F6-B498-43B3-948B-1728B52AA6E4}">
                <adec:decorative xmlns:adec="http://schemas.microsoft.com/office/drawing/2017/decorative" val="0"/>
              </a:ext>
            </a:extLst>
          </p:cNvPr>
          <p:cNvSpPr>
            <a:spLocks noGrp="1"/>
          </p:cNvSpPr>
          <p:nvPr>
            <p:ph type="body" sz="half" idx="2"/>
          </p:nvPr>
        </p:nvSpPr>
        <p:spPr>
          <a:xfrm>
            <a:off x="392113" y="2411413"/>
            <a:ext cx="6270625" cy="1606839"/>
          </a:xfrm>
        </p:spPr>
        <p:txBody>
          <a:bodyPr/>
          <a:lstStyle/>
          <a:p>
            <a:r>
              <a:rPr lang="en-US" dirty="0"/>
              <a:t>Copy and paste these graphic elements to give your presentation a touch of color. Only use the official UB brand color palette. For more information, please visit </a:t>
            </a:r>
            <a:r>
              <a:rPr lang="en-US" dirty="0">
                <a:hlinkClick r:id="rId2"/>
              </a:rPr>
              <a:t>buffalo.edu/brand/creative/color/color-palette</a:t>
            </a:r>
            <a:r>
              <a:rPr lang="en-US" dirty="0"/>
              <a:t>.</a:t>
            </a:r>
          </a:p>
        </p:txBody>
      </p:sp>
      <p:sp>
        <p:nvSpPr>
          <p:cNvPr id="4" name="Arrow - Dashed">
            <a:extLst>
              <a:ext uri="{FF2B5EF4-FFF2-40B4-BE49-F238E27FC236}">
                <a16:creationId xmlns:a16="http://schemas.microsoft.com/office/drawing/2014/main" id="{C46D7718-E550-088B-A200-3E9EA5010F47}"/>
              </a:ext>
              <a:ext uri="{C183D7F6-B498-43B3-948B-1728B52AA6E4}">
                <adec:decorative xmlns:adec="http://schemas.microsoft.com/office/drawing/2017/decorative" val="1"/>
              </a:ext>
            </a:extLst>
          </p:cNvPr>
          <p:cNvSpPr/>
          <p:nvPr/>
        </p:nvSpPr>
        <p:spPr>
          <a:xfrm rot="16200000" flipV="1">
            <a:off x="869871" y="4059762"/>
            <a:ext cx="1399130" cy="1663105"/>
          </a:xfrm>
          <a:prstGeom prst="arc">
            <a:avLst>
              <a:gd name="adj1" fmla="val 16200000"/>
              <a:gd name="adj2" fmla="val 4002257"/>
            </a:avLst>
          </a:prstGeom>
          <a:ln w="20320">
            <a:solidFill>
              <a:schemeClr val="tx2"/>
            </a:solidFill>
            <a:prstDash val="dash"/>
            <a:headEnd type="arrow" w="lg" len="med"/>
            <a:tailEnd type="oval"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latin typeface="Arial" charset="0"/>
            </a:endParaRPr>
          </a:p>
        </p:txBody>
      </p:sp>
      <p:sp>
        <p:nvSpPr>
          <p:cNvPr id="5" name="Arrow - Solid">
            <a:extLst>
              <a:ext uri="{FF2B5EF4-FFF2-40B4-BE49-F238E27FC236}">
                <a16:creationId xmlns:a16="http://schemas.microsoft.com/office/drawing/2014/main" id="{1BE93383-2FEA-D466-2063-08D48B1938F0}"/>
              </a:ext>
              <a:ext uri="{C183D7F6-B498-43B3-948B-1728B52AA6E4}">
                <adec:decorative xmlns:adec="http://schemas.microsoft.com/office/drawing/2017/decorative" val="1"/>
              </a:ext>
            </a:extLst>
          </p:cNvPr>
          <p:cNvSpPr/>
          <p:nvPr/>
        </p:nvSpPr>
        <p:spPr>
          <a:xfrm rot="16200000" flipV="1">
            <a:off x="3143306" y="4059761"/>
            <a:ext cx="1399130" cy="1663105"/>
          </a:xfrm>
          <a:prstGeom prst="arc">
            <a:avLst>
              <a:gd name="adj1" fmla="val 16200000"/>
              <a:gd name="adj2" fmla="val 4002257"/>
            </a:avLst>
          </a:prstGeom>
          <a:ln w="20320">
            <a:solidFill>
              <a:schemeClr val="tx2"/>
            </a:solidFill>
            <a:prstDash val="solid"/>
            <a:headEnd type="arrow" w="lg" len="med"/>
            <a:tailEnd type="oval"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latin typeface="Arial" charset="0"/>
            </a:endParaRPr>
          </a:p>
        </p:txBody>
      </p:sp>
      <p:sp>
        <p:nvSpPr>
          <p:cNvPr id="6" name="Icon 1" descr="1">
            <a:extLst>
              <a:ext uri="{FF2B5EF4-FFF2-40B4-BE49-F238E27FC236}">
                <a16:creationId xmlns:a16="http://schemas.microsoft.com/office/drawing/2014/main" id="{9C04D412-2158-9FB1-7FCD-FCD6B5C364C0}"/>
              </a:ext>
              <a:ext uri="{C183D7F6-B498-43B3-948B-1728B52AA6E4}">
                <adec:decorative xmlns:adec="http://schemas.microsoft.com/office/drawing/2017/decorative" val="0"/>
              </a:ext>
            </a:extLst>
          </p:cNvPr>
          <p:cNvSpPr/>
          <p:nvPr/>
        </p:nvSpPr>
        <p:spPr>
          <a:xfrm>
            <a:off x="749186" y="5133798"/>
            <a:ext cx="223578" cy="223578"/>
          </a:xfrm>
          <a:prstGeom prst="ellipse">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b="1" dirty="0">
                <a:solidFill>
                  <a:schemeClr val="bg1"/>
                </a:solidFill>
                <a:latin typeface="Arial" charset="0"/>
                <a:ea typeface="Arial" charset="0"/>
                <a:cs typeface="Arial" charset="0"/>
              </a:rPr>
              <a:t>1</a:t>
            </a:r>
          </a:p>
        </p:txBody>
      </p:sp>
      <p:sp>
        <p:nvSpPr>
          <p:cNvPr id="7" name="Icon 2" descr="2">
            <a:extLst>
              <a:ext uri="{FF2B5EF4-FFF2-40B4-BE49-F238E27FC236}">
                <a16:creationId xmlns:a16="http://schemas.microsoft.com/office/drawing/2014/main" id="{E284C18C-EDF2-7B0E-91D6-4740661CF3E0}"/>
              </a:ext>
              <a:ext uri="{C183D7F6-B498-43B3-948B-1728B52AA6E4}">
                <adec:decorative xmlns:adec="http://schemas.microsoft.com/office/drawing/2017/decorative" val="0"/>
              </a:ext>
            </a:extLst>
          </p:cNvPr>
          <p:cNvSpPr/>
          <p:nvPr/>
        </p:nvSpPr>
        <p:spPr>
          <a:xfrm>
            <a:off x="1224323" y="5133798"/>
            <a:ext cx="223578" cy="223578"/>
          </a:xfrm>
          <a:prstGeom prst="ellipse">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b="1" dirty="0">
                <a:solidFill>
                  <a:schemeClr val="bg1"/>
                </a:solidFill>
                <a:latin typeface="Arial" charset="0"/>
                <a:ea typeface="Arial" charset="0"/>
                <a:cs typeface="Arial" charset="0"/>
              </a:rPr>
              <a:t>2</a:t>
            </a:r>
          </a:p>
        </p:txBody>
      </p:sp>
      <p:sp>
        <p:nvSpPr>
          <p:cNvPr id="8" name="Icon 3" descr="3">
            <a:extLst>
              <a:ext uri="{FF2B5EF4-FFF2-40B4-BE49-F238E27FC236}">
                <a16:creationId xmlns:a16="http://schemas.microsoft.com/office/drawing/2014/main" id="{AE0D7E94-53DB-986C-1903-92CF8C2B786E}"/>
              </a:ext>
            </a:extLst>
          </p:cNvPr>
          <p:cNvSpPr/>
          <p:nvPr/>
        </p:nvSpPr>
        <p:spPr>
          <a:xfrm>
            <a:off x="1699460" y="5133798"/>
            <a:ext cx="223578" cy="223578"/>
          </a:xfrm>
          <a:prstGeom prst="ellipse">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b="1" dirty="0">
                <a:solidFill>
                  <a:schemeClr val="bg1"/>
                </a:solidFill>
                <a:latin typeface="Arial" charset="0"/>
                <a:ea typeface="Arial" charset="0"/>
                <a:cs typeface="Arial" charset="0"/>
              </a:rPr>
              <a:t>3</a:t>
            </a:r>
          </a:p>
        </p:txBody>
      </p:sp>
      <p:sp>
        <p:nvSpPr>
          <p:cNvPr id="9" name="Icon 4" descr="4">
            <a:extLst>
              <a:ext uri="{FF2B5EF4-FFF2-40B4-BE49-F238E27FC236}">
                <a16:creationId xmlns:a16="http://schemas.microsoft.com/office/drawing/2014/main" id="{8C755019-2CDA-A0C2-C13C-502B4A3D2F20}"/>
              </a:ext>
            </a:extLst>
          </p:cNvPr>
          <p:cNvSpPr/>
          <p:nvPr/>
        </p:nvSpPr>
        <p:spPr>
          <a:xfrm>
            <a:off x="2174597" y="5133798"/>
            <a:ext cx="223578" cy="223578"/>
          </a:xfrm>
          <a:prstGeom prst="ellipse">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b="1" dirty="0">
                <a:solidFill>
                  <a:schemeClr val="bg1"/>
                </a:solidFill>
                <a:latin typeface="Arial" charset="0"/>
                <a:ea typeface="Arial" charset="0"/>
                <a:cs typeface="Arial" charset="0"/>
              </a:rPr>
              <a:t>4</a:t>
            </a:r>
          </a:p>
        </p:txBody>
      </p:sp>
      <p:sp>
        <p:nvSpPr>
          <p:cNvPr id="10" name="Icon 5" descr="5">
            <a:extLst>
              <a:ext uri="{FF2B5EF4-FFF2-40B4-BE49-F238E27FC236}">
                <a16:creationId xmlns:a16="http://schemas.microsoft.com/office/drawing/2014/main" id="{53375B43-D509-F456-1E1D-9D2A6C5A7574}"/>
              </a:ext>
            </a:extLst>
          </p:cNvPr>
          <p:cNvSpPr/>
          <p:nvPr/>
        </p:nvSpPr>
        <p:spPr>
          <a:xfrm>
            <a:off x="2649734" y="5133798"/>
            <a:ext cx="223578" cy="223578"/>
          </a:xfrm>
          <a:prstGeom prst="ellipse">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b="1" dirty="0">
                <a:solidFill>
                  <a:schemeClr val="bg1"/>
                </a:solidFill>
                <a:latin typeface="Arial" charset="0"/>
                <a:ea typeface="Arial" charset="0"/>
                <a:cs typeface="Arial" charset="0"/>
              </a:rPr>
              <a:t>5</a:t>
            </a:r>
          </a:p>
        </p:txBody>
      </p:sp>
      <p:sp>
        <p:nvSpPr>
          <p:cNvPr id="11" name="Icon 6" descr="6">
            <a:extLst>
              <a:ext uri="{FF2B5EF4-FFF2-40B4-BE49-F238E27FC236}">
                <a16:creationId xmlns:a16="http://schemas.microsoft.com/office/drawing/2014/main" id="{3812854C-1AA1-3F07-E7D4-35B73680DF46}"/>
              </a:ext>
            </a:extLst>
          </p:cNvPr>
          <p:cNvSpPr/>
          <p:nvPr/>
        </p:nvSpPr>
        <p:spPr>
          <a:xfrm>
            <a:off x="3124871" y="5133798"/>
            <a:ext cx="223578" cy="223578"/>
          </a:xfrm>
          <a:prstGeom prst="ellipse">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b="1" dirty="0">
                <a:solidFill>
                  <a:schemeClr val="bg1"/>
                </a:solidFill>
                <a:latin typeface="Arial" charset="0"/>
                <a:ea typeface="Arial" charset="0"/>
                <a:cs typeface="Arial" charset="0"/>
              </a:rPr>
              <a:t>6</a:t>
            </a:r>
          </a:p>
        </p:txBody>
      </p:sp>
      <p:sp>
        <p:nvSpPr>
          <p:cNvPr id="12" name="Icon 7" descr="7">
            <a:extLst>
              <a:ext uri="{FF2B5EF4-FFF2-40B4-BE49-F238E27FC236}">
                <a16:creationId xmlns:a16="http://schemas.microsoft.com/office/drawing/2014/main" id="{AD160C36-CABD-C84A-F1D9-FB3EA19B11C0}"/>
              </a:ext>
            </a:extLst>
          </p:cNvPr>
          <p:cNvSpPr/>
          <p:nvPr/>
        </p:nvSpPr>
        <p:spPr>
          <a:xfrm>
            <a:off x="3600008" y="5133798"/>
            <a:ext cx="223578" cy="223578"/>
          </a:xfrm>
          <a:prstGeom prst="ellipse">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b="1" dirty="0">
                <a:solidFill>
                  <a:schemeClr val="bg1"/>
                </a:solidFill>
                <a:latin typeface="Arial" charset="0"/>
                <a:ea typeface="Arial" charset="0"/>
                <a:cs typeface="Arial" charset="0"/>
              </a:rPr>
              <a:t>7</a:t>
            </a:r>
          </a:p>
        </p:txBody>
      </p:sp>
      <p:sp>
        <p:nvSpPr>
          <p:cNvPr id="13" name="Icon 8" descr="8">
            <a:extLst>
              <a:ext uri="{FF2B5EF4-FFF2-40B4-BE49-F238E27FC236}">
                <a16:creationId xmlns:a16="http://schemas.microsoft.com/office/drawing/2014/main" id="{2B4967E0-A86C-BD7E-0C4B-EC644928703A}"/>
              </a:ext>
            </a:extLst>
          </p:cNvPr>
          <p:cNvSpPr/>
          <p:nvPr/>
        </p:nvSpPr>
        <p:spPr>
          <a:xfrm>
            <a:off x="4075145" y="5133798"/>
            <a:ext cx="223578" cy="223578"/>
          </a:xfrm>
          <a:prstGeom prst="ellipse">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b="1" dirty="0">
                <a:solidFill>
                  <a:schemeClr val="bg1"/>
                </a:solidFill>
                <a:latin typeface="Arial" charset="0"/>
                <a:ea typeface="Arial" charset="0"/>
                <a:cs typeface="Arial" charset="0"/>
              </a:rPr>
              <a:t>8</a:t>
            </a:r>
          </a:p>
        </p:txBody>
      </p:sp>
      <p:sp>
        <p:nvSpPr>
          <p:cNvPr id="14" name="Icon 9" descr="9">
            <a:extLst>
              <a:ext uri="{FF2B5EF4-FFF2-40B4-BE49-F238E27FC236}">
                <a16:creationId xmlns:a16="http://schemas.microsoft.com/office/drawing/2014/main" id="{E6730FB0-0A6D-B6D8-D7D8-DBA6A23B5B01}"/>
              </a:ext>
            </a:extLst>
          </p:cNvPr>
          <p:cNvSpPr/>
          <p:nvPr/>
        </p:nvSpPr>
        <p:spPr>
          <a:xfrm>
            <a:off x="4550282" y="5133798"/>
            <a:ext cx="223578" cy="223578"/>
          </a:xfrm>
          <a:prstGeom prst="ellipse">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b="1" dirty="0">
                <a:solidFill>
                  <a:schemeClr val="bg1"/>
                </a:solidFill>
                <a:latin typeface="Arial" charset="0"/>
                <a:ea typeface="Arial" charset="0"/>
                <a:cs typeface="Arial" charset="0"/>
              </a:rPr>
              <a:t>9</a:t>
            </a:r>
          </a:p>
        </p:txBody>
      </p:sp>
      <p:sp>
        <p:nvSpPr>
          <p:cNvPr id="15" name="Icon 0" descr="0">
            <a:extLst>
              <a:ext uri="{FF2B5EF4-FFF2-40B4-BE49-F238E27FC236}">
                <a16:creationId xmlns:a16="http://schemas.microsoft.com/office/drawing/2014/main" id="{E3521E74-B4AB-817B-B117-F0A27F020FA1}"/>
              </a:ext>
            </a:extLst>
          </p:cNvPr>
          <p:cNvSpPr/>
          <p:nvPr/>
        </p:nvSpPr>
        <p:spPr>
          <a:xfrm>
            <a:off x="5025417" y="5133798"/>
            <a:ext cx="223578" cy="223578"/>
          </a:xfrm>
          <a:prstGeom prst="ellipse">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b="1" dirty="0">
                <a:solidFill>
                  <a:schemeClr val="bg1"/>
                </a:solidFill>
                <a:latin typeface="Arial" charset="0"/>
                <a:ea typeface="Arial" charset="0"/>
                <a:cs typeface="Arial" charset="0"/>
              </a:rPr>
              <a:t>0</a:t>
            </a:r>
          </a:p>
        </p:txBody>
      </p:sp>
      <p:sp>
        <p:nvSpPr>
          <p:cNvPr id="16" name="Icon A" descr="A">
            <a:extLst>
              <a:ext uri="{FF2B5EF4-FFF2-40B4-BE49-F238E27FC236}">
                <a16:creationId xmlns:a16="http://schemas.microsoft.com/office/drawing/2014/main" id="{1EFFE1B7-E683-3592-6C9E-44362AC5128A}"/>
              </a:ext>
            </a:extLst>
          </p:cNvPr>
          <p:cNvSpPr/>
          <p:nvPr/>
        </p:nvSpPr>
        <p:spPr>
          <a:xfrm>
            <a:off x="749186" y="5659786"/>
            <a:ext cx="223578" cy="223578"/>
          </a:xfrm>
          <a:prstGeom prst="ellipse">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b="1" dirty="0">
                <a:solidFill>
                  <a:schemeClr val="bg1"/>
                </a:solidFill>
                <a:latin typeface="Arial" charset="0"/>
                <a:ea typeface="Arial" charset="0"/>
                <a:cs typeface="Arial" charset="0"/>
              </a:rPr>
              <a:t>A</a:t>
            </a:r>
          </a:p>
        </p:txBody>
      </p:sp>
      <p:sp>
        <p:nvSpPr>
          <p:cNvPr id="17" name="Icon B" descr="B">
            <a:extLst>
              <a:ext uri="{FF2B5EF4-FFF2-40B4-BE49-F238E27FC236}">
                <a16:creationId xmlns:a16="http://schemas.microsoft.com/office/drawing/2014/main" id="{292EFAF0-2096-A54E-2B7F-37058B4F57E5}"/>
              </a:ext>
            </a:extLst>
          </p:cNvPr>
          <p:cNvSpPr/>
          <p:nvPr/>
        </p:nvSpPr>
        <p:spPr>
          <a:xfrm>
            <a:off x="1224323" y="5659786"/>
            <a:ext cx="223578" cy="223578"/>
          </a:xfrm>
          <a:prstGeom prst="ellipse">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b="1" dirty="0">
                <a:solidFill>
                  <a:schemeClr val="bg1"/>
                </a:solidFill>
                <a:latin typeface="Arial" charset="0"/>
                <a:ea typeface="Arial" charset="0"/>
                <a:cs typeface="Arial" charset="0"/>
              </a:rPr>
              <a:t>B</a:t>
            </a:r>
          </a:p>
        </p:txBody>
      </p:sp>
      <p:sp>
        <p:nvSpPr>
          <p:cNvPr id="18" name="Icon C" descr="C">
            <a:extLst>
              <a:ext uri="{FF2B5EF4-FFF2-40B4-BE49-F238E27FC236}">
                <a16:creationId xmlns:a16="http://schemas.microsoft.com/office/drawing/2014/main" id="{ABFCB973-1B2F-22CB-AA4A-D1E05183322C}"/>
              </a:ext>
            </a:extLst>
          </p:cNvPr>
          <p:cNvSpPr/>
          <p:nvPr/>
        </p:nvSpPr>
        <p:spPr>
          <a:xfrm>
            <a:off x="1699460" y="5659786"/>
            <a:ext cx="223578" cy="223578"/>
          </a:xfrm>
          <a:prstGeom prst="ellipse">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b="1" dirty="0">
                <a:solidFill>
                  <a:schemeClr val="bg1"/>
                </a:solidFill>
                <a:latin typeface="Arial" charset="0"/>
                <a:ea typeface="Arial" charset="0"/>
                <a:cs typeface="Arial" charset="0"/>
              </a:rPr>
              <a:t>C</a:t>
            </a:r>
          </a:p>
        </p:txBody>
      </p:sp>
      <p:sp>
        <p:nvSpPr>
          <p:cNvPr id="19" name="Icon D" descr="D">
            <a:extLst>
              <a:ext uri="{FF2B5EF4-FFF2-40B4-BE49-F238E27FC236}">
                <a16:creationId xmlns:a16="http://schemas.microsoft.com/office/drawing/2014/main" id="{8CC62F19-6A7A-BC76-A47F-E3D574FC62A8}"/>
              </a:ext>
            </a:extLst>
          </p:cNvPr>
          <p:cNvSpPr/>
          <p:nvPr/>
        </p:nvSpPr>
        <p:spPr>
          <a:xfrm>
            <a:off x="2174597" y="5659786"/>
            <a:ext cx="223578" cy="223578"/>
          </a:xfrm>
          <a:prstGeom prst="ellipse">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b="1" dirty="0">
                <a:solidFill>
                  <a:schemeClr val="bg1"/>
                </a:solidFill>
                <a:latin typeface="Arial" charset="0"/>
                <a:ea typeface="Arial" charset="0"/>
                <a:cs typeface="Arial" charset="0"/>
              </a:rPr>
              <a:t>D</a:t>
            </a:r>
          </a:p>
        </p:txBody>
      </p:sp>
      <p:sp>
        <p:nvSpPr>
          <p:cNvPr id="20" name="Icon E" descr="E">
            <a:extLst>
              <a:ext uri="{FF2B5EF4-FFF2-40B4-BE49-F238E27FC236}">
                <a16:creationId xmlns:a16="http://schemas.microsoft.com/office/drawing/2014/main" id="{2D540FBC-1610-BEA4-ACA4-7A5D05FE0D3A}"/>
              </a:ext>
            </a:extLst>
          </p:cNvPr>
          <p:cNvSpPr/>
          <p:nvPr/>
        </p:nvSpPr>
        <p:spPr>
          <a:xfrm>
            <a:off x="2649734" y="5659786"/>
            <a:ext cx="223578" cy="223578"/>
          </a:xfrm>
          <a:prstGeom prst="ellipse">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b="1" dirty="0">
                <a:solidFill>
                  <a:schemeClr val="bg1"/>
                </a:solidFill>
                <a:latin typeface="Arial" charset="0"/>
                <a:ea typeface="Arial" charset="0"/>
                <a:cs typeface="Arial" charset="0"/>
              </a:rPr>
              <a:t>E</a:t>
            </a:r>
          </a:p>
        </p:txBody>
      </p:sp>
      <p:sp>
        <p:nvSpPr>
          <p:cNvPr id="21" name="Icon F" descr="F">
            <a:extLst>
              <a:ext uri="{FF2B5EF4-FFF2-40B4-BE49-F238E27FC236}">
                <a16:creationId xmlns:a16="http://schemas.microsoft.com/office/drawing/2014/main" id="{431A3DEE-1243-A38C-25C8-828F526AE845}"/>
              </a:ext>
            </a:extLst>
          </p:cNvPr>
          <p:cNvSpPr/>
          <p:nvPr/>
        </p:nvSpPr>
        <p:spPr>
          <a:xfrm>
            <a:off x="3124871" y="5659786"/>
            <a:ext cx="223578" cy="223578"/>
          </a:xfrm>
          <a:prstGeom prst="ellipse">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b="1" dirty="0">
                <a:solidFill>
                  <a:schemeClr val="bg1"/>
                </a:solidFill>
                <a:latin typeface="Arial" charset="0"/>
                <a:ea typeface="Arial" charset="0"/>
                <a:cs typeface="Arial" charset="0"/>
              </a:rPr>
              <a:t>F</a:t>
            </a:r>
          </a:p>
        </p:txBody>
      </p:sp>
      <p:sp>
        <p:nvSpPr>
          <p:cNvPr id="22" name="Icon G" descr="G">
            <a:extLst>
              <a:ext uri="{FF2B5EF4-FFF2-40B4-BE49-F238E27FC236}">
                <a16:creationId xmlns:a16="http://schemas.microsoft.com/office/drawing/2014/main" id="{32929D11-74F7-C0A8-D9A9-FE3421CD2DC4}"/>
              </a:ext>
            </a:extLst>
          </p:cNvPr>
          <p:cNvSpPr/>
          <p:nvPr/>
        </p:nvSpPr>
        <p:spPr>
          <a:xfrm>
            <a:off x="3600008" y="5659786"/>
            <a:ext cx="223578" cy="223578"/>
          </a:xfrm>
          <a:prstGeom prst="ellipse">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b="1" dirty="0">
                <a:solidFill>
                  <a:schemeClr val="bg1"/>
                </a:solidFill>
                <a:latin typeface="Arial" charset="0"/>
                <a:ea typeface="Arial" charset="0"/>
                <a:cs typeface="Arial" charset="0"/>
              </a:rPr>
              <a:t>G</a:t>
            </a:r>
          </a:p>
        </p:txBody>
      </p:sp>
      <p:sp>
        <p:nvSpPr>
          <p:cNvPr id="23" name="Icon H" descr="h">
            <a:extLst>
              <a:ext uri="{FF2B5EF4-FFF2-40B4-BE49-F238E27FC236}">
                <a16:creationId xmlns:a16="http://schemas.microsoft.com/office/drawing/2014/main" id="{5E4D310F-8FDE-C2EC-13C4-6A53F7826F76}"/>
              </a:ext>
            </a:extLst>
          </p:cNvPr>
          <p:cNvSpPr/>
          <p:nvPr/>
        </p:nvSpPr>
        <p:spPr>
          <a:xfrm>
            <a:off x="4075145" y="5659786"/>
            <a:ext cx="223578" cy="223578"/>
          </a:xfrm>
          <a:prstGeom prst="ellipse">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b="1" dirty="0">
                <a:solidFill>
                  <a:schemeClr val="bg1"/>
                </a:solidFill>
                <a:latin typeface="Arial" charset="0"/>
                <a:ea typeface="Arial" charset="0"/>
                <a:cs typeface="Arial" charset="0"/>
              </a:rPr>
              <a:t>H</a:t>
            </a:r>
          </a:p>
        </p:txBody>
      </p:sp>
      <p:sp>
        <p:nvSpPr>
          <p:cNvPr id="24" name="Icon I" descr="I">
            <a:extLst>
              <a:ext uri="{FF2B5EF4-FFF2-40B4-BE49-F238E27FC236}">
                <a16:creationId xmlns:a16="http://schemas.microsoft.com/office/drawing/2014/main" id="{965DB6F0-01AF-3909-3C59-54144553E9E5}"/>
              </a:ext>
            </a:extLst>
          </p:cNvPr>
          <p:cNvSpPr/>
          <p:nvPr/>
        </p:nvSpPr>
        <p:spPr>
          <a:xfrm>
            <a:off x="4550282" y="5659786"/>
            <a:ext cx="223578" cy="223578"/>
          </a:xfrm>
          <a:prstGeom prst="ellipse">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b="1" dirty="0">
                <a:solidFill>
                  <a:schemeClr val="bg1"/>
                </a:solidFill>
                <a:latin typeface="Arial" charset="0"/>
                <a:ea typeface="Arial" charset="0"/>
                <a:cs typeface="Arial" charset="0"/>
              </a:rPr>
              <a:t>I</a:t>
            </a:r>
          </a:p>
        </p:txBody>
      </p:sp>
      <p:sp>
        <p:nvSpPr>
          <p:cNvPr id="25" name="Icon J" descr="J">
            <a:extLst>
              <a:ext uri="{FF2B5EF4-FFF2-40B4-BE49-F238E27FC236}">
                <a16:creationId xmlns:a16="http://schemas.microsoft.com/office/drawing/2014/main" id="{DB17673A-43BC-E817-98F6-2BF3CB2C9E08}"/>
              </a:ext>
            </a:extLst>
          </p:cNvPr>
          <p:cNvSpPr/>
          <p:nvPr/>
        </p:nvSpPr>
        <p:spPr>
          <a:xfrm>
            <a:off x="5025417" y="5659786"/>
            <a:ext cx="223578" cy="223578"/>
          </a:xfrm>
          <a:prstGeom prst="ellipse">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b="1" dirty="0">
                <a:solidFill>
                  <a:schemeClr val="bg1"/>
                </a:solidFill>
                <a:latin typeface="Arial" charset="0"/>
                <a:ea typeface="Arial" charset="0"/>
                <a:cs typeface="Arial" charset="0"/>
              </a:rPr>
              <a:t>J</a:t>
            </a:r>
          </a:p>
        </p:txBody>
      </p:sp>
      <p:grpSp>
        <p:nvGrpSpPr>
          <p:cNvPr id="36" name="Callout - Boxed">
            <a:extLst>
              <a:ext uri="{FF2B5EF4-FFF2-40B4-BE49-F238E27FC236}">
                <a16:creationId xmlns:a16="http://schemas.microsoft.com/office/drawing/2014/main" id="{C81A6E10-6DDF-A39F-3DE2-124CA78870CC}"/>
              </a:ext>
              <a:ext uri="{C183D7F6-B498-43B3-948B-1728B52AA6E4}">
                <adec:decorative xmlns:adec="http://schemas.microsoft.com/office/drawing/2017/decorative" val="1"/>
              </a:ext>
            </a:extLst>
          </p:cNvPr>
          <p:cNvGrpSpPr/>
          <p:nvPr/>
        </p:nvGrpSpPr>
        <p:grpSpPr>
          <a:xfrm>
            <a:off x="8719367" y="3803460"/>
            <a:ext cx="2054616" cy="1124233"/>
            <a:chOff x="8719367" y="3803460"/>
            <a:chExt cx="2054616" cy="1124233"/>
          </a:xfrm>
        </p:grpSpPr>
        <p:sp>
          <p:nvSpPr>
            <p:cNvPr id="39" name="Box">
              <a:extLst>
                <a:ext uri="{FF2B5EF4-FFF2-40B4-BE49-F238E27FC236}">
                  <a16:creationId xmlns:a16="http://schemas.microsoft.com/office/drawing/2014/main" id="{170A7980-96CA-A1F4-9050-912B70DC4491}"/>
                </a:ext>
                <a:ext uri="{C183D7F6-B498-43B3-948B-1728B52AA6E4}">
                  <adec:decorative xmlns:adec="http://schemas.microsoft.com/office/drawing/2017/decorative" val="1"/>
                </a:ext>
              </a:extLst>
            </p:cNvPr>
            <p:cNvSpPr/>
            <p:nvPr/>
          </p:nvSpPr>
          <p:spPr>
            <a:xfrm>
              <a:off x="8719367" y="3803460"/>
              <a:ext cx="2054616" cy="112423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charset="0"/>
              </a:endParaRPr>
            </a:p>
          </p:txBody>
        </p:sp>
        <p:sp>
          <p:nvSpPr>
            <p:cNvPr id="38" name="Callout Text">
              <a:extLst>
                <a:ext uri="{FF2B5EF4-FFF2-40B4-BE49-F238E27FC236}">
                  <a16:creationId xmlns:a16="http://schemas.microsoft.com/office/drawing/2014/main" id="{4EB19371-3333-C60D-4B2D-205CC4DE4FDD}"/>
                </a:ext>
              </a:extLst>
            </p:cNvPr>
            <p:cNvSpPr txBox="1"/>
            <p:nvPr/>
          </p:nvSpPr>
          <p:spPr>
            <a:xfrm>
              <a:off x="8865141" y="4019883"/>
              <a:ext cx="1809344" cy="692497"/>
            </a:xfrm>
            <a:prstGeom prst="rect">
              <a:avLst/>
            </a:prstGeom>
            <a:noFill/>
          </p:spPr>
          <p:txBody>
            <a:bodyPr wrap="square" rtlCol="0">
              <a:spAutoFit/>
            </a:bodyPr>
            <a:lstStyle/>
            <a:p>
              <a:r>
                <a:rPr lang="en-US" sz="1300" dirty="0">
                  <a:solidFill>
                    <a:schemeClr val="bg1"/>
                  </a:solidFill>
                  <a:latin typeface="Arial" charset="0"/>
                  <a:ea typeface="Arial" charset="0"/>
                  <a:cs typeface="Arial" charset="0"/>
                </a:rPr>
                <a:t>Callout box lor neque dignis simnt et and in aliquet nisl et umis.</a:t>
              </a:r>
            </a:p>
          </p:txBody>
        </p:sp>
      </p:grpSp>
      <p:grpSp>
        <p:nvGrpSpPr>
          <p:cNvPr id="26" name="Callout">
            <a:extLst>
              <a:ext uri="{FF2B5EF4-FFF2-40B4-BE49-F238E27FC236}">
                <a16:creationId xmlns:a16="http://schemas.microsoft.com/office/drawing/2014/main" id="{271B93DA-D9F9-34D3-738F-FA65E1A88761}"/>
              </a:ext>
              <a:ext uri="{C183D7F6-B498-43B3-948B-1728B52AA6E4}">
                <adec:decorative xmlns:adec="http://schemas.microsoft.com/office/drawing/2017/decorative" val="1"/>
              </a:ext>
            </a:extLst>
          </p:cNvPr>
          <p:cNvGrpSpPr/>
          <p:nvPr/>
        </p:nvGrpSpPr>
        <p:grpSpPr>
          <a:xfrm>
            <a:off x="8770167" y="5502073"/>
            <a:ext cx="1782161" cy="814385"/>
            <a:chOff x="8770167" y="5502073"/>
            <a:chExt cx="1782161" cy="814385"/>
          </a:xfrm>
        </p:grpSpPr>
        <p:sp>
          <p:nvSpPr>
            <p:cNvPr id="27" name="Bracket Left">
              <a:extLst>
                <a:ext uri="{FF2B5EF4-FFF2-40B4-BE49-F238E27FC236}">
                  <a16:creationId xmlns:a16="http://schemas.microsoft.com/office/drawing/2014/main" id="{6FC2D857-EFB0-8859-5D62-412212D117E8}"/>
                </a:ext>
                <a:ext uri="{C183D7F6-B498-43B3-948B-1728B52AA6E4}">
                  <adec:decorative xmlns:adec="http://schemas.microsoft.com/office/drawing/2017/decorative" val="1"/>
                </a:ext>
              </a:extLst>
            </p:cNvPr>
            <p:cNvSpPr/>
            <p:nvPr/>
          </p:nvSpPr>
          <p:spPr>
            <a:xfrm>
              <a:off x="8770167" y="5502073"/>
              <a:ext cx="172724" cy="797066"/>
            </a:xfrm>
            <a:custGeom>
              <a:avLst/>
              <a:gdLst>
                <a:gd name="connsiteX0" fmla="*/ 336499 w 376733"/>
                <a:gd name="connsiteY0" fmla="*/ 0 h 1645920"/>
                <a:gd name="connsiteX1" fmla="*/ 0 w 376733"/>
                <a:gd name="connsiteY1" fmla="*/ 0 h 1645920"/>
                <a:gd name="connsiteX2" fmla="*/ 0 w 376733"/>
                <a:gd name="connsiteY2" fmla="*/ 1645920 h 1645920"/>
                <a:gd name="connsiteX3" fmla="*/ 376733 w 376733"/>
                <a:gd name="connsiteY3" fmla="*/ 1645920 h 1645920"/>
                <a:gd name="connsiteX4" fmla="*/ 376733 w 376733"/>
                <a:gd name="connsiteY4" fmla="*/ 1572768 h 1645920"/>
                <a:gd name="connsiteX5" fmla="*/ 65837 w 376733"/>
                <a:gd name="connsiteY5" fmla="*/ 1572768 h 1645920"/>
                <a:gd name="connsiteX6" fmla="*/ 65837 w 376733"/>
                <a:gd name="connsiteY6" fmla="*/ 58521 h 1645920"/>
                <a:gd name="connsiteX7" fmla="*/ 336499 w 376733"/>
                <a:gd name="connsiteY7" fmla="*/ 58521 h 1645920"/>
                <a:gd name="connsiteX8" fmla="*/ 336499 w 376733"/>
                <a:gd name="connsiteY8" fmla="*/ 0 h 1645920"/>
                <a:gd name="connsiteX0" fmla="*/ 336499 w 376733"/>
                <a:gd name="connsiteY0" fmla="*/ 0 h 1645920"/>
                <a:gd name="connsiteX1" fmla="*/ 0 w 376733"/>
                <a:gd name="connsiteY1" fmla="*/ 0 h 1645920"/>
                <a:gd name="connsiteX2" fmla="*/ 0 w 376733"/>
                <a:gd name="connsiteY2" fmla="*/ 1645920 h 1645920"/>
                <a:gd name="connsiteX3" fmla="*/ 376733 w 376733"/>
                <a:gd name="connsiteY3" fmla="*/ 1645920 h 1645920"/>
                <a:gd name="connsiteX4" fmla="*/ 376733 w 376733"/>
                <a:gd name="connsiteY4" fmla="*/ 1591056 h 1645920"/>
                <a:gd name="connsiteX5" fmla="*/ 65837 w 376733"/>
                <a:gd name="connsiteY5" fmla="*/ 1572768 h 1645920"/>
                <a:gd name="connsiteX6" fmla="*/ 65837 w 376733"/>
                <a:gd name="connsiteY6" fmla="*/ 58521 h 1645920"/>
                <a:gd name="connsiteX7" fmla="*/ 336499 w 376733"/>
                <a:gd name="connsiteY7" fmla="*/ 58521 h 1645920"/>
                <a:gd name="connsiteX8" fmla="*/ 336499 w 376733"/>
                <a:gd name="connsiteY8" fmla="*/ 0 h 1645920"/>
                <a:gd name="connsiteX0" fmla="*/ 336499 w 376733"/>
                <a:gd name="connsiteY0" fmla="*/ 0 h 1645920"/>
                <a:gd name="connsiteX1" fmla="*/ 0 w 376733"/>
                <a:gd name="connsiteY1" fmla="*/ 0 h 1645920"/>
                <a:gd name="connsiteX2" fmla="*/ 0 w 376733"/>
                <a:gd name="connsiteY2" fmla="*/ 1645920 h 1645920"/>
                <a:gd name="connsiteX3" fmla="*/ 376733 w 376733"/>
                <a:gd name="connsiteY3" fmla="*/ 1645920 h 1645920"/>
                <a:gd name="connsiteX4" fmla="*/ 376733 w 376733"/>
                <a:gd name="connsiteY4" fmla="*/ 1591056 h 1645920"/>
                <a:gd name="connsiteX5" fmla="*/ 65837 w 376733"/>
                <a:gd name="connsiteY5" fmla="*/ 1594713 h 1645920"/>
                <a:gd name="connsiteX6" fmla="*/ 65837 w 376733"/>
                <a:gd name="connsiteY6" fmla="*/ 58521 h 1645920"/>
                <a:gd name="connsiteX7" fmla="*/ 336499 w 376733"/>
                <a:gd name="connsiteY7" fmla="*/ 58521 h 1645920"/>
                <a:gd name="connsiteX8" fmla="*/ 336499 w 376733"/>
                <a:gd name="connsiteY8" fmla="*/ 0 h 1645920"/>
                <a:gd name="connsiteX0" fmla="*/ 336499 w 376733"/>
                <a:gd name="connsiteY0" fmla="*/ 0 h 1645920"/>
                <a:gd name="connsiteX1" fmla="*/ 0 w 376733"/>
                <a:gd name="connsiteY1" fmla="*/ 0 h 1645920"/>
                <a:gd name="connsiteX2" fmla="*/ 0 w 376733"/>
                <a:gd name="connsiteY2" fmla="*/ 1645920 h 1645920"/>
                <a:gd name="connsiteX3" fmla="*/ 376733 w 376733"/>
                <a:gd name="connsiteY3" fmla="*/ 1645920 h 1645920"/>
                <a:gd name="connsiteX4" fmla="*/ 376733 w 376733"/>
                <a:gd name="connsiteY4" fmla="*/ 1591056 h 1645920"/>
                <a:gd name="connsiteX5" fmla="*/ 65837 w 376733"/>
                <a:gd name="connsiteY5" fmla="*/ 1587397 h 1645920"/>
                <a:gd name="connsiteX6" fmla="*/ 65837 w 376733"/>
                <a:gd name="connsiteY6" fmla="*/ 58521 h 1645920"/>
                <a:gd name="connsiteX7" fmla="*/ 336499 w 376733"/>
                <a:gd name="connsiteY7" fmla="*/ 58521 h 1645920"/>
                <a:gd name="connsiteX8" fmla="*/ 336499 w 376733"/>
                <a:gd name="connsiteY8" fmla="*/ 0 h 1645920"/>
                <a:gd name="connsiteX0" fmla="*/ 336499 w 376733"/>
                <a:gd name="connsiteY0" fmla="*/ 0 h 1645920"/>
                <a:gd name="connsiteX1" fmla="*/ 0 w 376733"/>
                <a:gd name="connsiteY1" fmla="*/ 0 h 1645920"/>
                <a:gd name="connsiteX2" fmla="*/ 0 w 376733"/>
                <a:gd name="connsiteY2" fmla="*/ 1645920 h 1645920"/>
                <a:gd name="connsiteX3" fmla="*/ 376733 w 376733"/>
                <a:gd name="connsiteY3" fmla="*/ 1645920 h 1645920"/>
                <a:gd name="connsiteX4" fmla="*/ 376733 w 376733"/>
                <a:gd name="connsiteY4" fmla="*/ 1591056 h 1645920"/>
                <a:gd name="connsiteX5" fmla="*/ 65837 w 376733"/>
                <a:gd name="connsiteY5" fmla="*/ 1591055 h 1645920"/>
                <a:gd name="connsiteX6" fmla="*/ 65837 w 376733"/>
                <a:gd name="connsiteY6" fmla="*/ 58521 h 1645920"/>
                <a:gd name="connsiteX7" fmla="*/ 336499 w 376733"/>
                <a:gd name="connsiteY7" fmla="*/ 58521 h 1645920"/>
                <a:gd name="connsiteX8" fmla="*/ 336499 w 376733"/>
                <a:gd name="connsiteY8" fmla="*/ 0 h 1645920"/>
                <a:gd name="connsiteX0" fmla="*/ 336499 w 376733"/>
                <a:gd name="connsiteY0" fmla="*/ 0 h 1645920"/>
                <a:gd name="connsiteX1" fmla="*/ 0 w 376733"/>
                <a:gd name="connsiteY1" fmla="*/ 0 h 1645920"/>
                <a:gd name="connsiteX2" fmla="*/ 0 w 376733"/>
                <a:gd name="connsiteY2" fmla="*/ 1645920 h 1645920"/>
                <a:gd name="connsiteX3" fmla="*/ 376733 w 376733"/>
                <a:gd name="connsiteY3" fmla="*/ 1645920 h 1645920"/>
                <a:gd name="connsiteX4" fmla="*/ 376733 w 376733"/>
                <a:gd name="connsiteY4" fmla="*/ 1591056 h 1645920"/>
                <a:gd name="connsiteX5" fmla="*/ 71154 w 376733"/>
                <a:gd name="connsiteY5" fmla="*/ 1564474 h 1645920"/>
                <a:gd name="connsiteX6" fmla="*/ 65837 w 376733"/>
                <a:gd name="connsiteY6" fmla="*/ 58521 h 1645920"/>
                <a:gd name="connsiteX7" fmla="*/ 336499 w 376733"/>
                <a:gd name="connsiteY7" fmla="*/ 58521 h 1645920"/>
                <a:gd name="connsiteX8" fmla="*/ 336499 w 376733"/>
                <a:gd name="connsiteY8" fmla="*/ 0 h 1645920"/>
                <a:gd name="connsiteX0" fmla="*/ 336499 w 387365"/>
                <a:gd name="connsiteY0" fmla="*/ 0 h 1645920"/>
                <a:gd name="connsiteX1" fmla="*/ 0 w 387365"/>
                <a:gd name="connsiteY1" fmla="*/ 0 h 1645920"/>
                <a:gd name="connsiteX2" fmla="*/ 0 w 387365"/>
                <a:gd name="connsiteY2" fmla="*/ 1645920 h 1645920"/>
                <a:gd name="connsiteX3" fmla="*/ 376733 w 387365"/>
                <a:gd name="connsiteY3" fmla="*/ 1645920 h 1645920"/>
                <a:gd name="connsiteX4" fmla="*/ 387365 w 387365"/>
                <a:gd name="connsiteY4" fmla="*/ 1564475 h 1645920"/>
                <a:gd name="connsiteX5" fmla="*/ 71154 w 387365"/>
                <a:gd name="connsiteY5" fmla="*/ 1564474 h 1645920"/>
                <a:gd name="connsiteX6" fmla="*/ 65837 w 387365"/>
                <a:gd name="connsiteY6" fmla="*/ 58521 h 1645920"/>
                <a:gd name="connsiteX7" fmla="*/ 336499 w 387365"/>
                <a:gd name="connsiteY7" fmla="*/ 58521 h 1645920"/>
                <a:gd name="connsiteX8" fmla="*/ 336499 w 387365"/>
                <a:gd name="connsiteY8" fmla="*/ 0 h 1645920"/>
                <a:gd name="connsiteX0" fmla="*/ 336499 w 405611"/>
                <a:gd name="connsiteY0" fmla="*/ 0 h 1645920"/>
                <a:gd name="connsiteX1" fmla="*/ 0 w 405611"/>
                <a:gd name="connsiteY1" fmla="*/ 0 h 1645920"/>
                <a:gd name="connsiteX2" fmla="*/ 0 w 405611"/>
                <a:gd name="connsiteY2" fmla="*/ 1645920 h 1645920"/>
                <a:gd name="connsiteX3" fmla="*/ 376733 w 405611"/>
                <a:gd name="connsiteY3" fmla="*/ 1645920 h 1645920"/>
                <a:gd name="connsiteX4" fmla="*/ 387365 w 405611"/>
                <a:gd name="connsiteY4" fmla="*/ 1564475 h 1645920"/>
                <a:gd name="connsiteX5" fmla="*/ 71154 w 405611"/>
                <a:gd name="connsiteY5" fmla="*/ 1564474 h 1645920"/>
                <a:gd name="connsiteX6" fmla="*/ 65837 w 405611"/>
                <a:gd name="connsiteY6" fmla="*/ 58521 h 1645920"/>
                <a:gd name="connsiteX7" fmla="*/ 405611 w 405611"/>
                <a:gd name="connsiteY7" fmla="*/ 63838 h 1645920"/>
                <a:gd name="connsiteX8" fmla="*/ 336499 w 405611"/>
                <a:gd name="connsiteY8" fmla="*/ 0 h 1645920"/>
                <a:gd name="connsiteX0" fmla="*/ 400294 w 405611"/>
                <a:gd name="connsiteY0" fmla="*/ 0 h 1651236"/>
                <a:gd name="connsiteX1" fmla="*/ 0 w 405611"/>
                <a:gd name="connsiteY1" fmla="*/ 5316 h 1651236"/>
                <a:gd name="connsiteX2" fmla="*/ 0 w 405611"/>
                <a:gd name="connsiteY2" fmla="*/ 1651236 h 1651236"/>
                <a:gd name="connsiteX3" fmla="*/ 376733 w 405611"/>
                <a:gd name="connsiteY3" fmla="*/ 1651236 h 1651236"/>
                <a:gd name="connsiteX4" fmla="*/ 387365 w 405611"/>
                <a:gd name="connsiteY4" fmla="*/ 1569791 h 1651236"/>
                <a:gd name="connsiteX5" fmla="*/ 71154 w 405611"/>
                <a:gd name="connsiteY5" fmla="*/ 1569790 h 1651236"/>
                <a:gd name="connsiteX6" fmla="*/ 65837 w 405611"/>
                <a:gd name="connsiteY6" fmla="*/ 63837 h 1651236"/>
                <a:gd name="connsiteX7" fmla="*/ 405611 w 405611"/>
                <a:gd name="connsiteY7" fmla="*/ 69154 h 1651236"/>
                <a:gd name="connsiteX8" fmla="*/ 400294 w 405611"/>
                <a:gd name="connsiteY8" fmla="*/ 0 h 1651236"/>
                <a:gd name="connsiteX0" fmla="*/ 400294 w 405611"/>
                <a:gd name="connsiteY0" fmla="*/ 0 h 1651236"/>
                <a:gd name="connsiteX1" fmla="*/ 0 w 405611"/>
                <a:gd name="connsiteY1" fmla="*/ 5316 h 1651236"/>
                <a:gd name="connsiteX2" fmla="*/ 0 w 405611"/>
                <a:gd name="connsiteY2" fmla="*/ 1651236 h 1651236"/>
                <a:gd name="connsiteX3" fmla="*/ 403314 w 405611"/>
                <a:gd name="connsiteY3" fmla="*/ 1651236 h 1651236"/>
                <a:gd name="connsiteX4" fmla="*/ 387365 w 405611"/>
                <a:gd name="connsiteY4" fmla="*/ 1569791 h 1651236"/>
                <a:gd name="connsiteX5" fmla="*/ 71154 w 405611"/>
                <a:gd name="connsiteY5" fmla="*/ 1569790 h 1651236"/>
                <a:gd name="connsiteX6" fmla="*/ 65837 w 405611"/>
                <a:gd name="connsiteY6" fmla="*/ 63837 h 1651236"/>
                <a:gd name="connsiteX7" fmla="*/ 405611 w 405611"/>
                <a:gd name="connsiteY7" fmla="*/ 69154 h 1651236"/>
                <a:gd name="connsiteX8" fmla="*/ 400294 w 405611"/>
                <a:gd name="connsiteY8" fmla="*/ 0 h 1651236"/>
                <a:gd name="connsiteX0" fmla="*/ 400294 w 405611"/>
                <a:gd name="connsiteY0" fmla="*/ 0 h 1651236"/>
                <a:gd name="connsiteX1" fmla="*/ 0 w 405611"/>
                <a:gd name="connsiteY1" fmla="*/ 5316 h 1651236"/>
                <a:gd name="connsiteX2" fmla="*/ 0 w 405611"/>
                <a:gd name="connsiteY2" fmla="*/ 1651236 h 1651236"/>
                <a:gd name="connsiteX3" fmla="*/ 387439 w 405611"/>
                <a:gd name="connsiteY3" fmla="*/ 1644886 h 1651236"/>
                <a:gd name="connsiteX4" fmla="*/ 387365 w 405611"/>
                <a:gd name="connsiteY4" fmla="*/ 1569791 h 1651236"/>
                <a:gd name="connsiteX5" fmla="*/ 71154 w 405611"/>
                <a:gd name="connsiteY5" fmla="*/ 1569790 h 1651236"/>
                <a:gd name="connsiteX6" fmla="*/ 65837 w 405611"/>
                <a:gd name="connsiteY6" fmla="*/ 63837 h 1651236"/>
                <a:gd name="connsiteX7" fmla="*/ 405611 w 405611"/>
                <a:gd name="connsiteY7" fmla="*/ 69154 h 1651236"/>
                <a:gd name="connsiteX8" fmla="*/ 400294 w 405611"/>
                <a:gd name="connsiteY8" fmla="*/ 0 h 1651236"/>
                <a:gd name="connsiteX0" fmla="*/ 400294 w 405611"/>
                <a:gd name="connsiteY0" fmla="*/ 0 h 1651236"/>
                <a:gd name="connsiteX1" fmla="*/ 0 w 405611"/>
                <a:gd name="connsiteY1" fmla="*/ 5316 h 1651236"/>
                <a:gd name="connsiteX2" fmla="*/ 0 w 405611"/>
                <a:gd name="connsiteY2" fmla="*/ 1651236 h 1651236"/>
                <a:gd name="connsiteX3" fmla="*/ 387439 w 405611"/>
                <a:gd name="connsiteY3" fmla="*/ 1644886 h 1651236"/>
                <a:gd name="connsiteX4" fmla="*/ 371490 w 405611"/>
                <a:gd name="connsiteY4" fmla="*/ 1566616 h 1651236"/>
                <a:gd name="connsiteX5" fmla="*/ 71154 w 405611"/>
                <a:gd name="connsiteY5" fmla="*/ 1569790 h 1651236"/>
                <a:gd name="connsiteX6" fmla="*/ 65837 w 405611"/>
                <a:gd name="connsiteY6" fmla="*/ 63837 h 1651236"/>
                <a:gd name="connsiteX7" fmla="*/ 405611 w 405611"/>
                <a:gd name="connsiteY7" fmla="*/ 69154 h 1651236"/>
                <a:gd name="connsiteX8" fmla="*/ 400294 w 405611"/>
                <a:gd name="connsiteY8" fmla="*/ 0 h 1651236"/>
                <a:gd name="connsiteX0" fmla="*/ 400294 w 405611"/>
                <a:gd name="connsiteY0" fmla="*/ 0 h 1651236"/>
                <a:gd name="connsiteX1" fmla="*/ 0 w 405611"/>
                <a:gd name="connsiteY1" fmla="*/ 5316 h 1651236"/>
                <a:gd name="connsiteX2" fmla="*/ 0 w 405611"/>
                <a:gd name="connsiteY2" fmla="*/ 1651236 h 1651236"/>
                <a:gd name="connsiteX3" fmla="*/ 387439 w 405611"/>
                <a:gd name="connsiteY3" fmla="*/ 1644886 h 1651236"/>
                <a:gd name="connsiteX4" fmla="*/ 393715 w 405611"/>
                <a:gd name="connsiteY4" fmla="*/ 1566616 h 1651236"/>
                <a:gd name="connsiteX5" fmla="*/ 71154 w 405611"/>
                <a:gd name="connsiteY5" fmla="*/ 1569790 h 1651236"/>
                <a:gd name="connsiteX6" fmla="*/ 65837 w 405611"/>
                <a:gd name="connsiteY6" fmla="*/ 63837 h 1651236"/>
                <a:gd name="connsiteX7" fmla="*/ 405611 w 405611"/>
                <a:gd name="connsiteY7" fmla="*/ 69154 h 1651236"/>
                <a:gd name="connsiteX8" fmla="*/ 400294 w 405611"/>
                <a:gd name="connsiteY8" fmla="*/ 0 h 1651236"/>
                <a:gd name="connsiteX0" fmla="*/ 400294 w 405611"/>
                <a:gd name="connsiteY0" fmla="*/ 0 h 1651236"/>
                <a:gd name="connsiteX1" fmla="*/ 0 w 405611"/>
                <a:gd name="connsiteY1" fmla="*/ 5316 h 1651236"/>
                <a:gd name="connsiteX2" fmla="*/ 0 w 405611"/>
                <a:gd name="connsiteY2" fmla="*/ 1651236 h 1651236"/>
                <a:gd name="connsiteX3" fmla="*/ 387439 w 405611"/>
                <a:gd name="connsiteY3" fmla="*/ 1644886 h 1651236"/>
                <a:gd name="connsiteX4" fmla="*/ 393715 w 405611"/>
                <a:gd name="connsiteY4" fmla="*/ 1566616 h 1651236"/>
                <a:gd name="connsiteX5" fmla="*/ 71154 w 405611"/>
                <a:gd name="connsiteY5" fmla="*/ 1569790 h 1651236"/>
                <a:gd name="connsiteX6" fmla="*/ 65837 w 405611"/>
                <a:gd name="connsiteY6" fmla="*/ 63837 h 1651236"/>
                <a:gd name="connsiteX7" fmla="*/ 405611 w 405611"/>
                <a:gd name="connsiteY7" fmla="*/ 69154 h 1651236"/>
                <a:gd name="connsiteX8" fmla="*/ 400294 w 405611"/>
                <a:gd name="connsiteY8" fmla="*/ 0 h 1651236"/>
                <a:gd name="connsiteX0" fmla="*/ 400294 w 405611"/>
                <a:gd name="connsiteY0" fmla="*/ 0 h 1651236"/>
                <a:gd name="connsiteX1" fmla="*/ 0 w 405611"/>
                <a:gd name="connsiteY1" fmla="*/ 5316 h 1651236"/>
                <a:gd name="connsiteX2" fmla="*/ 0 w 405611"/>
                <a:gd name="connsiteY2" fmla="*/ 1651236 h 1651236"/>
                <a:gd name="connsiteX3" fmla="*/ 387439 w 405611"/>
                <a:gd name="connsiteY3" fmla="*/ 1644886 h 1651236"/>
                <a:gd name="connsiteX4" fmla="*/ 393715 w 405611"/>
                <a:gd name="connsiteY4" fmla="*/ 1566616 h 1651236"/>
                <a:gd name="connsiteX5" fmla="*/ 71154 w 405611"/>
                <a:gd name="connsiteY5" fmla="*/ 1569790 h 1651236"/>
                <a:gd name="connsiteX6" fmla="*/ 65837 w 405611"/>
                <a:gd name="connsiteY6" fmla="*/ 63837 h 1651236"/>
                <a:gd name="connsiteX7" fmla="*/ 405611 w 405611"/>
                <a:gd name="connsiteY7" fmla="*/ 69154 h 1651236"/>
                <a:gd name="connsiteX8" fmla="*/ 400294 w 405611"/>
                <a:gd name="connsiteY8" fmla="*/ 0 h 1651236"/>
                <a:gd name="connsiteX0" fmla="*/ 400294 w 405611"/>
                <a:gd name="connsiteY0" fmla="*/ 0 h 1651236"/>
                <a:gd name="connsiteX1" fmla="*/ 0 w 405611"/>
                <a:gd name="connsiteY1" fmla="*/ 5316 h 1651236"/>
                <a:gd name="connsiteX2" fmla="*/ 0 w 405611"/>
                <a:gd name="connsiteY2" fmla="*/ 1651236 h 1651236"/>
                <a:gd name="connsiteX3" fmla="*/ 387439 w 405611"/>
                <a:gd name="connsiteY3" fmla="*/ 1644886 h 1651236"/>
                <a:gd name="connsiteX4" fmla="*/ 387365 w 405611"/>
                <a:gd name="connsiteY4" fmla="*/ 1566616 h 1651236"/>
                <a:gd name="connsiteX5" fmla="*/ 71154 w 405611"/>
                <a:gd name="connsiteY5" fmla="*/ 1569790 h 1651236"/>
                <a:gd name="connsiteX6" fmla="*/ 65837 w 405611"/>
                <a:gd name="connsiteY6" fmla="*/ 63837 h 1651236"/>
                <a:gd name="connsiteX7" fmla="*/ 405611 w 405611"/>
                <a:gd name="connsiteY7" fmla="*/ 69154 h 1651236"/>
                <a:gd name="connsiteX8" fmla="*/ 400294 w 405611"/>
                <a:gd name="connsiteY8" fmla="*/ 0 h 1651236"/>
                <a:gd name="connsiteX0" fmla="*/ 400294 w 405611"/>
                <a:gd name="connsiteY0" fmla="*/ 0 h 1644886"/>
                <a:gd name="connsiteX1" fmla="*/ 0 w 405611"/>
                <a:gd name="connsiteY1" fmla="*/ 5316 h 1644886"/>
                <a:gd name="connsiteX2" fmla="*/ 0 w 405611"/>
                <a:gd name="connsiteY2" fmla="*/ 1644886 h 1644886"/>
                <a:gd name="connsiteX3" fmla="*/ 387439 w 405611"/>
                <a:gd name="connsiteY3" fmla="*/ 1644886 h 1644886"/>
                <a:gd name="connsiteX4" fmla="*/ 387365 w 405611"/>
                <a:gd name="connsiteY4" fmla="*/ 1566616 h 1644886"/>
                <a:gd name="connsiteX5" fmla="*/ 71154 w 405611"/>
                <a:gd name="connsiteY5" fmla="*/ 1569790 h 1644886"/>
                <a:gd name="connsiteX6" fmla="*/ 65837 w 405611"/>
                <a:gd name="connsiteY6" fmla="*/ 63837 h 1644886"/>
                <a:gd name="connsiteX7" fmla="*/ 405611 w 405611"/>
                <a:gd name="connsiteY7" fmla="*/ 69154 h 1644886"/>
                <a:gd name="connsiteX8" fmla="*/ 400294 w 405611"/>
                <a:gd name="connsiteY8" fmla="*/ 0 h 1644886"/>
                <a:gd name="connsiteX0" fmla="*/ 400294 w 400294"/>
                <a:gd name="connsiteY0" fmla="*/ 0 h 1644886"/>
                <a:gd name="connsiteX1" fmla="*/ 0 w 400294"/>
                <a:gd name="connsiteY1" fmla="*/ 5316 h 1644886"/>
                <a:gd name="connsiteX2" fmla="*/ 0 w 400294"/>
                <a:gd name="connsiteY2" fmla="*/ 1644886 h 1644886"/>
                <a:gd name="connsiteX3" fmla="*/ 387439 w 400294"/>
                <a:gd name="connsiteY3" fmla="*/ 1644886 h 1644886"/>
                <a:gd name="connsiteX4" fmla="*/ 387365 w 400294"/>
                <a:gd name="connsiteY4" fmla="*/ 1566616 h 1644886"/>
                <a:gd name="connsiteX5" fmla="*/ 71154 w 400294"/>
                <a:gd name="connsiteY5" fmla="*/ 1569790 h 1644886"/>
                <a:gd name="connsiteX6" fmla="*/ 65837 w 400294"/>
                <a:gd name="connsiteY6" fmla="*/ 63837 h 1644886"/>
                <a:gd name="connsiteX7" fmla="*/ 386561 w 400294"/>
                <a:gd name="connsiteY7" fmla="*/ 78679 h 1644886"/>
                <a:gd name="connsiteX8" fmla="*/ 400294 w 400294"/>
                <a:gd name="connsiteY8" fmla="*/ 0 h 1644886"/>
                <a:gd name="connsiteX0" fmla="*/ 384419 w 387439"/>
                <a:gd name="connsiteY0" fmla="*/ 0 h 1641711"/>
                <a:gd name="connsiteX1" fmla="*/ 0 w 387439"/>
                <a:gd name="connsiteY1" fmla="*/ 2141 h 1641711"/>
                <a:gd name="connsiteX2" fmla="*/ 0 w 387439"/>
                <a:gd name="connsiteY2" fmla="*/ 1641711 h 1641711"/>
                <a:gd name="connsiteX3" fmla="*/ 387439 w 387439"/>
                <a:gd name="connsiteY3" fmla="*/ 1641711 h 1641711"/>
                <a:gd name="connsiteX4" fmla="*/ 387365 w 387439"/>
                <a:gd name="connsiteY4" fmla="*/ 1563441 h 1641711"/>
                <a:gd name="connsiteX5" fmla="*/ 71154 w 387439"/>
                <a:gd name="connsiteY5" fmla="*/ 1566615 h 1641711"/>
                <a:gd name="connsiteX6" fmla="*/ 65837 w 387439"/>
                <a:gd name="connsiteY6" fmla="*/ 60662 h 1641711"/>
                <a:gd name="connsiteX7" fmla="*/ 386561 w 387439"/>
                <a:gd name="connsiteY7" fmla="*/ 75504 h 1641711"/>
                <a:gd name="connsiteX8" fmla="*/ 384419 w 387439"/>
                <a:gd name="connsiteY8" fmla="*/ 0 h 1641711"/>
                <a:gd name="connsiteX0" fmla="*/ 384419 w 387439"/>
                <a:gd name="connsiteY0" fmla="*/ 0 h 1641711"/>
                <a:gd name="connsiteX1" fmla="*/ 0 w 387439"/>
                <a:gd name="connsiteY1" fmla="*/ 2141 h 1641711"/>
                <a:gd name="connsiteX2" fmla="*/ 0 w 387439"/>
                <a:gd name="connsiteY2" fmla="*/ 1641711 h 1641711"/>
                <a:gd name="connsiteX3" fmla="*/ 387439 w 387439"/>
                <a:gd name="connsiteY3" fmla="*/ 1641711 h 1641711"/>
                <a:gd name="connsiteX4" fmla="*/ 387365 w 387439"/>
                <a:gd name="connsiteY4" fmla="*/ 1563441 h 1641711"/>
                <a:gd name="connsiteX5" fmla="*/ 71154 w 387439"/>
                <a:gd name="connsiteY5" fmla="*/ 1566615 h 1641711"/>
                <a:gd name="connsiteX6" fmla="*/ 65837 w 387439"/>
                <a:gd name="connsiteY6" fmla="*/ 76537 h 1641711"/>
                <a:gd name="connsiteX7" fmla="*/ 386561 w 387439"/>
                <a:gd name="connsiteY7" fmla="*/ 75504 h 1641711"/>
                <a:gd name="connsiteX8" fmla="*/ 384419 w 387439"/>
                <a:gd name="connsiteY8" fmla="*/ 0 h 1641711"/>
                <a:gd name="connsiteX0" fmla="*/ 384419 w 387439"/>
                <a:gd name="connsiteY0" fmla="*/ 0 h 1641711"/>
                <a:gd name="connsiteX1" fmla="*/ 0 w 387439"/>
                <a:gd name="connsiteY1" fmla="*/ 2141 h 1641711"/>
                <a:gd name="connsiteX2" fmla="*/ 0 w 387439"/>
                <a:gd name="connsiteY2" fmla="*/ 1641711 h 1641711"/>
                <a:gd name="connsiteX3" fmla="*/ 387439 w 387439"/>
                <a:gd name="connsiteY3" fmla="*/ 1641711 h 1641711"/>
                <a:gd name="connsiteX4" fmla="*/ 387365 w 387439"/>
                <a:gd name="connsiteY4" fmla="*/ 1563441 h 1641711"/>
                <a:gd name="connsiteX5" fmla="*/ 71154 w 387439"/>
                <a:gd name="connsiteY5" fmla="*/ 1566615 h 1641711"/>
                <a:gd name="connsiteX6" fmla="*/ 65837 w 387439"/>
                <a:gd name="connsiteY6" fmla="*/ 76537 h 1641711"/>
                <a:gd name="connsiteX7" fmla="*/ 386561 w 387439"/>
                <a:gd name="connsiteY7" fmla="*/ 75504 h 1641711"/>
                <a:gd name="connsiteX8" fmla="*/ 384419 w 387439"/>
                <a:gd name="connsiteY8" fmla="*/ 0 h 1641711"/>
                <a:gd name="connsiteX0" fmla="*/ 384419 w 387439"/>
                <a:gd name="connsiteY0" fmla="*/ 0 h 1641711"/>
                <a:gd name="connsiteX1" fmla="*/ 0 w 387439"/>
                <a:gd name="connsiteY1" fmla="*/ 2141 h 1641711"/>
                <a:gd name="connsiteX2" fmla="*/ 0 w 387439"/>
                <a:gd name="connsiteY2" fmla="*/ 1641711 h 1641711"/>
                <a:gd name="connsiteX3" fmla="*/ 387439 w 387439"/>
                <a:gd name="connsiteY3" fmla="*/ 1641711 h 1641711"/>
                <a:gd name="connsiteX4" fmla="*/ 387365 w 387439"/>
                <a:gd name="connsiteY4" fmla="*/ 1563441 h 1641711"/>
                <a:gd name="connsiteX5" fmla="*/ 71154 w 387439"/>
                <a:gd name="connsiteY5" fmla="*/ 1566615 h 1641711"/>
                <a:gd name="connsiteX6" fmla="*/ 65837 w 387439"/>
                <a:gd name="connsiteY6" fmla="*/ 76537 h 1641711"/>
                <a:gd name="connsiteX7" fmla="*/ 386561 w 387439"/>
                <a:gd name="connsiteY7" fmla="*/ 75504 h 1641711"/>
                <a:gd name="connsiteX8" fmla="*/ 384419 w 387439"/>
                <a:gd name="connsiteY8" fmla="*/ 0 h 1641711"/>
                <a:gd name="connsiteX0" fmla="*/ 384419 w 414236"/>
                <a:gd name="connsiteY0" fmla="*/ 0 h 1641711"/>
                <a:gd name="connsiteX1" fmla="*/ 0 w 414236"/>
                <a:gd name="connsiteY1" fmla="*/ 2141 h 1641711"/>
                <a:gd name="connsiteX2" fmla="*/ 0 w 414236"/>
                <a:gd name="connsiteY2" fmla="*/ 1641711 h 1641711"/>
                <a:gd name="connsiteX3" fmla="*/ 387439 w 414236"/>
                <a:gd name="connsiteY3" fmla="*/ 1641711 h 1641711"/>
                <a:gd name="connsiteX4" fmla="*/ 379172 w 414236"/>
                <a:gd name="connsiteY4" fmla="*/ 1600163 h 1641711"/>
                <a:gd name="connsiteX5" fmla="*/ 387365 w 414236"/>
                <a:gd name="connsiteY5" fmla="*/ 1563441 h 1641711"/>
                <a:gd name="connsiteX6" fmla="*/ 71154 w 414236"/>
                <a:gd name="connsiteY6" fmla="*/ 1566615 h 1641711"/>
                <a:gd name="connsiteX7" fmla="*/ 65837 w 414236"/>
                <a:gd name="connsiteY7" fmla="*/ 76537 h 1641711"/>
                <a:gd name="connsiteX8" fmla="*/ 386561 w 414236"/>
                <a:gd name="connsiteY8" fmla="*/ 75504 h 1641711"/>
                <a:gd name="connsiteX9" fmla="*/ 384419 w 414236"/>
                <a:gd name="connsiteY9" fmla="*/ 0 h 1641711"/>
                <a:gd name="connsiteX0" fmla="*/ 384419 w 431494"/>
                <a:gd name="connsiteY0" fmla="*/ 0 h 1641711"/>
                <a:gd name="connsiteX1" fmla="*/ 0 w 431494"/>
                <a:gd name="connsiteY1" fmla="*/ 2141 h 1641711"/>
                <a:gd name="connsiteX2" fmla="*/ 0 w 431494"/>
                <a:gd name="connsiteY2" fmla="*/ 1641711 h 1641711"/>
                <a:gd name="connsiteX3" fmla="*/ 387439 w 431494"/>
                <a:gd name="connsiteY3" fmla="*/ 1641711 h 1641711"/>
                <a:gd name="connsiteX4" fmla="*/ 387365 w 431494"/>
                <a:gd name="connsiteY4" fmla="*/ 1563441 h 1641711"/>
                <a:gd name="connsiteX5" fmla="*/ 71154 w 431494"/>
                <a:gd name="connsiteY5" fmla="*/ 1566615 h 1641711"/>
                <a:gd name="connsiteX6" fmla="*/ 65837 w 431494"/>
                <a:gd name="connsiteY6" fmla="*/ 76537 h 1641711"/>
                <a:gd name="connsiteX7" fmla="*/ 386561 w 431494"/>
                <a:gd name="connsiteY7" fmla="*/ 75504 h 1641711"/>
                <a:gd name="connsiteX8" fmla="*/ 384419 w 431494"/>
                <a:gd name="connsiteY8" fmla="*/ 0 h 1641711"/>
                <a:gd name="connsiteX0" fmla="*/ 384419 w 409039"/>
                <a:gd name="connsiteY0" fmla="*/ 0 h 1642067"/>
                <a:gd name="connsiteX1" fmla="*/ 0 w 409039"/>
                <a:gd name="connsiteY1" fmla="*/ 2141 h 1642067"/>
                <a:gd name="connsiteX2" fmla="*/ 0 w 409039"/>
                <a:gd name="connsiteY2" fmla="*/ 1641711 h 1642067"/>
                <a:gd name="connsiteX3" fmla="*/ 387439 w 409039"/>
                <a:gd name="connsiteY3" fmla="*/ 1641711 h 1642067"/>
                <a:gd name="connsiteX4" fmla="*/ 387365 w 409039"/>
                <a:gd name="connsiteY4" fmla="*/ 1563441 h 1642067"/>
                <a:gd name="connsiteX5" fmla="*/ 71154 w 409039"/>
                <a:gd name="connsiteY5" fmla="*/ 1566615 h 1642067"/>
                <a:gd name="connsiteX6" fmla="*/ 65837 w 409039"/>
                <a:gd name="connsiteY6" fmla="*/ 76537 h 1642067"/>
                <a:gd name="connsiteX7" fmla="*/ 386561 w 409039"/>
                <a:gd name="connsiteY7" fmla="*/ 75504 h 1642067"/>
                <a:gd name="connsiteX8" fmla="*/ 384419 w 409039"/>
                <a:gd name="connsiteY8" fmla="*/ 0 h 1642067"/>
                <a:gd name="connsiteX0" fmla="*/ 384419 w 410804"/>
                <a:gd name="connsiteY0" fmla="*/ 0 h 1641711"/>
                <a:gd name="connsiteX1" fmla="*/ 0 w 410804"/>
                <a:gd name="connsiteY1" fmla="*/ 2141 h 1641711"/>
                <a:gd name="connsiteX2" fmla="*/ 0 w 410804"/>
                <a:gd name="connsiteY2" fmla="*/ 1641711 h 1641711"/>
                <a:gd name="connsiteX3" fmla="*/ 387439 w 410804"/>
                <a:gd name="connsiteY3" fmla="*/ 1641711 h 1641711"/>
                <a:gd name="connsiteX4" fmla="*/ 387365 w 410804"/>
                <a:gd name="connsiteY4" fmla="*/ 1563441 h 1641711"/>
                <a:gd name="connsiteX5" fmla="*/ 71154 w 410804"/>
                <a:gd name="connsiteY5" fmla="*/ 1566615 h 1641711"/>
                <a:gd name="connsiteX6" fmla="*/ 65837 w 410804"/>
                <a:gd name="connsiteY6" fmla="*/ 76537 h 1641711"/>
                <a:gd name="connsiteX7" fmla="*/ 386561 w 410804"/>
                <a:gd name="connsiteY7" fmla="*/ 75504 h 1641711"/>
                <a:gd name="connsiteX8" fmla="*/ 384419 w 410804"/>
                <a:gd name="connsiteY8" fmla="*/ 0 h 1641711"/>
                <a:gd name="connsiteX0" fmla="*/ 384419 w 387439"/>
                <a:gd name="connsiteY0" fmla="*/ 0 h 1641711"/>
                <a:gd name="connsiteX1" fmla="*/ 0 w 387439"/>
                <a:gd name="connsiteY1" fmla="*/ 2141 h 1641711"/>
                <a:gd name="connsiteX2" fmla="*/ 0 w 387439"/>
                <a:gd name="connsiteY2" fmla="*/ 1641711 h 1641711"/>
                <a:gd name="connsiteX3" fmla="*/ 387439 w 387439"/>
                <a:gd name="connsiteY3" fmla="*/ 1641711 h 1641711"/>
                <a:gd name="connsiteX4" fmla="*/ 387365 w 387439"/>
                <a:gd name="connsiteY4" fmla="*/ 1563441 h 1641711"/>
                <a:gd name="connsiteX5" fmla="*/ 71154 w 387439"/>
                <a:gd name="connsiteY5" fmla="*/ 1566615 h 1641711"/>
                <a:gd name="connsiteX6" fmla="*/ 65837 w 387439"/>
                <a:gd name="connsiteY6" fmla="*/ 76537 h 1641711"/>
                <a:gd name="connsiteX7" fmla="*/ 386561 w 387439"/>
                <a:gd name="connsiteY7" fmla="*/ 75504 h 1641711"/>
                <a:gd name="connsiteX8" fmla="*/ 384419 w 387439"/>
                <a:gd name="connsiteY8" fmla="*/ 0 h 1641711"/>
                <a:gd name="connsiteX0" fmla="*/ 384419 w 387439"/>
                <a:gd name="connsiteY0" fmla="*/ 0 h 1641711"/>
                <a:gd name="connsiteX1" fmla="*/ 0 w 387439"/>
                <a:gd name="connsiteY1" fmla="*/ 2141 h 1641711"/>
                <a:gd name="connsiteX2" fmla="*/ 0 w 387439"/>
                <a:gd name="connsiteY2" fmla="*/ 1641711 h 1641711"/>
                <a:gd name="connsiteX3" fmla="*/ 387439 w 387439"/>
                <a:gd name="connsiteY3" fmla="*/ 1641711 h 1641711"/>
                <a:gd name="connsiteX4" fmla="*/ 387365 w 387439"/>
                <a:gd name="connsiteY4" fmla="*/ 1563441 h 1641711"/>
                <a:gd name="connsiteX5" fmla="*/ 71154 w 387439"/>
                <a:gd name="connsiteY5" fmla="*/ 1566615 h 1641711"/>
                <a:gd name="connsiteX6" fmla="*/ 65837 w 387439"/>
                <a:gd name="connsiteY6" fmla="*/ 76537 h 1641711"/>
                <a:gd name="connsiteX7" fmla="*/ 386561 w 387439"/>
                <a:gd name="connsiteY7" fmla="*/ 75504 h 1641711"/>
                <a:gd name="connsiteX8" fmla="*/ 384419 w 387439"/>
                <a:gd name="connsiteY8" fmla="*/ 0 h 1641711"/>
                <a:gd name="connsiteX0" fmla="*/ 384419 w 387439"/>
                <a:gd name="connsiteY0" fmla="*/ 0 h 1641711"/>
                <a:gd name="connsiteX1" fmla="*/ 0 w 387439"/>
                <a:gd name="connsiteY1" fmla="*/ 2141 h 1641711"/>
                <a:gd name="connsiteX2" fmla="*/ 0 w 387439"/>
                <a:gd name="connsiteY2" fmla="*/ 1641711 h 1641711"/>
                <a:gd name="connsiteX3" fmla="*/ 387439 w 387439"/>
                <a:gd name="connsiteY3" fmla="*/ 1641711 h 1641711"/>
                <a:gd name="connsiteX4" fmla="*/ 387365 w 387439"/>
                <a:gd name="connsiteY4" fmla="*/ 1563441 h 1641711"/>
                <a:gd name="connsiteX5" fmla="*/ 71154 w 387439"/>
                <a:gd name="connsiteY5" fmla="*/ 1566615 h 1641711"/>
                <a:gd name="connsiteX6" fmla="*/ 65837 w 387439"/>
                <a:gd name="connsiteY6" fmla="*/ 76537 h 1641711"/>
                <a:gd name="connsiteX7" fmla="*/ 386561 w 387439"/>
                <a:gd name="connsiteY7" fmla="*/ 75504 h 1641711"/>
                <a:gd name="connsiteX8" fmla="*/ 384419 w 387439"/>
                <a:gd name="connsiteY8" fmla="*/ 0 h 1641711"/>
                <a:gd name="connsiteX0" fmla="*/ 384419 w 387439"/>
                <a:gd name="connsiteY0" fmla="*/ 0 h 1641711"/>
                <a:gd name="connsiteX1" fmla="*/ 0 w 387439"/>
                <a:gd name="connsiteY1" fmla="*/ 2141 h 1641711"/>
                <a:gd name="connsiteX2" fmla="*/ 0 w 387439"/>
                <a:gd name="connsiteY2" fmla="*/ 1641711 h 1641711"/>
                <a:gd name="connsiteX3" fmla="*/ 387439 w 387439"/>
                <a:gd name="connsiteY3" fmla="*/ 1641711 h 1641711"/>
                <a:gd name="connsiteX4" fmla="*/ 387365 w 387439"/>
                <a:gd name="connsiteY4" fmla="*/ 1563441 h 1641711"/>
                <a:gd name="connsiteX5" fmla="*/ 71154 w 387439"/>
                <a:gd name="connsiteY5" fmla="*/ 1566615 h 1641711"/>
                <a:gd name="connsiteX6" fmla="*/ 65837 w 387439"/>
                <a:gd name="connsiteY6" fmla="*/ 76537 h 1641711"/>
                <a:gd name="connsiteX7" fmla="*/ 386561 w 387439"/>
                <a:gd name="connsiteY7" fmla="*/ 75504 h 1641711"/>
                <a:gd name="connsiteX8" fmla="*/ 384419 w 387439"/>
                <a:gd name="connsiteY8" fmla="*/ 0 h 1641711"/>
                <a:gd name="connsiteX0" fmla="*/ 384419 w 387439"/>
                <a:gd name="connsiteY0" fmla="*/ 0 h 1641711"/>
                <a:gd name="connsiteX1" fmla="*/ 0 w 387439"/>
                <a:gd name="connsiteY1" fmla="*/ 2141 h 1641711"/>
                <a:gd name="connsiteX2" fmla="*/ 0 w 387439"/>
                <a:gd name="connsiteY2" fmla="*/ 1641711 h 1641711"/>
                <a:gd name="connsiteX3" fmla="*/ 387439 w 387439"/>
                <a:gd name="connsiteY3" fmla="*/ 1641711 h 1641711"/>
                <a:gd name="connsiteX4" fmla="*/ 387365 w 387439"/>
                <a:gd name="connsiteY4" fmla="*/ 1563441 h 1641711"/>
                <a:gd name="connsiteX5" fmla="*/ 71154 w 387439"/>
                <a:gd name="connsiteY5" fmla="*/ 1566615 h 1641711"/>
                <a:gd name="connsiteX6" fmla="*/ 65837 w 387439"/>
                <a:gd name="connsiteY6" fmla="*/ 76537 h 1641711"/>
                <a:gd name="connsiteX7" fmla="*/ 386561 w 387439"/>
                <a:gd name="connsiteY7" fmla="*/ 75504 h 1641711"/>
                <a:gd name="connsiteX8" fmla="*/ 384419 w 387439"/>
                <a:gd name="connsiteY8" fmla="*/ 0 h 1641711"/>
                <a:gd name="connsiteX0" fmla="*/ 384419 w 387439"/>
                <a:gd name="connsiteY0" fmla="*/ 0 h 1641711"/>
                <a:gd name="connsiteX1" fmla="*/ 0 w 387439"/>
                <a:gd name="connsiteY1" fmla="*/ 2141 h 1641711"/>
                <a:gd name="connsiteX2" fmla="*/ 0 w 387439"/>
                <a:gd name="connsiteY2" fmla="*/ 1641711 h 1641711"/>
                <a:gd name="connsiteX3" fmla="*/ 387439 w 387439"/>
                <a:gd name="connsiteY3" fmla="*/ 1641711 h 1641711"/>
                <a:gd name="connsiteX4" fmla="*/ 387365 w 387439"/>
                <a:gd name="connsiteY4" fmla="*/ 1563441 h 1641711"/>
                <a:gd name="connsiteX5" fmla="*/ 71154 w 387439"/>
                <a:gd name="connsiteY5" fmla="*/ 1566615 h 1641711"/>
                <a:gd name="connsiteX6" fmla="*/ 65837 w 387439"/>
                <a:gd name="connsiteY6" fmla="*/ 76537 h 1641711"/>
                <a:gd name="connsiteX7" fmla="*/ 386561 w 387439"/>
                <a:gd name="connsiteY7" fmla="*/ 75504 h 1641711"/>
                <a:gd name="connsiteX8" fmla="*/ 384419 w 387439"/>
                <a:gd name="connsiteY8" fmla="*/ 0 h 1641711"/>
                <a:gd name="connsiteX0" fmla="*/ 384419 w 387439"/>
                <a:gd name="connsiteY0" fmla="*/ 0 h 1641711"/>
                <a:gd name="connsiteX1" fmla="*/ 0 w 387439"/>
                <a:gd name="connsiteY1" fmla="*/ 2141 h 1641711"/>
                <a:gd name="connsiteX2" fmla="*/ 0 w 387439"/>
                <a:gd name="connsiteY2" fmla="*/ 1641711 h 1641711"/>
                <a:gd name="connsiteX3" fmla="*/ 387439 w 387439"/>
                <a:gd name="connsiteY3" fmla="*/ 1641711 h 1641711"/>
                <a:gd name="connsiteX4" fmla="*/ 387365 w 387439"/>
                <a:gd name="connsiteY4" fmla="*/ 1563441 h 1641711"/>
                <a:gd name="connsiteX5" fmla="*/ 71154 w 387439"/>
                <a:gd name="connsiteY5" fmla="*/ 1566615 h 1641711"/>
                <a:gd name="connsiteX6" fmla="*/ 65837 w 387439"/>
                <a:gd name="connsiteY6" fmla="*/ 76537 h 1641711"/>
                <a:gd name="connsiteX7" fmla="*/ 386561 w 387439"/>
                <a:gd name="connsiteY7" fmla="*/ 75504 h 1641711"/>
                <a:gd name="connsiteX8" fmla="*/ 384419 w 387439"/>
                <a:gd name="connsiteY8" fmla="*/ 0 h 1641711"/>
                <a:gd name="connsiteX0" fmla="*/ 400294 w 400294"/>
                <a:gd name="connsiteY0" fmla="*/ 0 h 1644886"/>
                <a:gd name="connsiteX1" fmla="*/ 0 w 400294"/>
                <a:gd name="connsiteY1" fmla="*/ 5316 h 1644886"/>
                <a:gd name="connsiteX2" fmla="*/ 0 w 400294"/>
                <a:gd name="connsiteY2" fmla="*/ 1644886 h 1644886"/>
                <a:gd name="connsiteX3" fmla="*/ 387439 w 400294"/>
                <a:gd name="connsiteY3" fmla="*/ 1644886 h 1644886"/>
                <a:gd name="connsiteX4" fmla="*/ 387365 w 400294"/>
                <a:gd name="connsiteY4" fmla="*/ 1566616 h 1644886"/>
                <a:gd name="connsiteX5" fmla="*/ 71154 w 400294"/>
                <a:gd name="connsiteY5" fmla="*/ 1569790 h 1644886"/>
                <a:gd name="connsiteX6" fmla="*/ 65837 w 400294"/>
                <a:gd name="connsiteY6" fmla="*/ 79712 h 1644886"/>
                <a:gd name="connsiteX7" fmla="*/ 386561 w 400294"/>
                <a:gd name="connsiteY7" fmla="*/ 78679 h 1644886"/>
                <a:gd name="connsiteX8" fmla="*/ 400294 w 400294"/>
                <a:gd name="connsiteY8" fmla="*/ 0 h 1644886"/>
                <a:gd name="connsiteX0" fmla="*/ 378069 w 387439"/>
                <a:gd name="connsiteY0" fmla="*/ 0 h 1641711"/>
                <a:gd name="connsiteX1" fmla="*/ 0 w 387439"/>
                <a:gd name="connsiteY1" fmla="*/ 2141 h 1641711"/>
                <a:gd name="connsiteX2" fmla="*/ 0 w 387439"/>
                <a:gd name="connsiteY2" fmla="*/ 1641711 h 1641711"/>
                <a:gd name="connsiteX3" fmla="*/ 387439 w 387439"/>
                <a:gd name="connsiteY3" fmla="*/ 1641711 h 1641711"/>
                <a:gd name="connsiteX4" fmla="*/ 387365 w 387439"/>
                <a:gd name="connsiteY4" fmla="*/ 1563441 h 1641711"/>
                <a:gd name="connsiteX5" fmla="*/ 71154 w 387439"/>
                <a:gd name="connsiteY5" fmla="*/ 1566615 h 1641711"/>
                <a:gd name="connsiteX6" fmla="*/ 65837 w 387439"/>
                <a:gd name="connsiteY6" fmla="*/ 76537 h 1641711"/>
                <a:gd name="connsiteX7" fmla="*/ 386561 w 387439"/>
                <a:gd name="connsiteY7" fmla="*/ 75504 h 1641711"/>
                <a:gd name="connsiteX8" fmla="*/ 378069 w 387439"/>
                <a:gd name="connsiteY8" fmla="*/ 0 h 1641711"/>
                <a:gd name="connsiteX0" fmla="*/ 384419 w 387439"/>
                <a:gd name="connsiteY0" fmla="*/ 0 h 1641711"/>
                <a:gd name="connsiteX1" fmla="*/ 0 w 387439"/>
                <a:gd name="connsiteY1" fmla="*/ 2141 h 1641711"/>
                <a:gd name="connsiteX2" fmla="*/ 0 w 387439"/>
                <a:gd name="connsiteY2" fmla="*/ 1641711 h 1641711"/>
                <a:gd name="connsiteX3" fmla="*/ 387439 w 387439"/>
                <a:gd name="connsiteY3" fmla="*/ 1641711 h 1641711"/>
                <a:gd name="connsiteX4" fmla="*/ 387365 w 387439"/>
                <a:gd name="connsiteY4" fmla="*/ 1563441 h 1641711"/>
                <a:gd name="connsiteX5" fmla="*/ 71154 w 387439"/>
                <a:gd name="connsiteY5" fmla="*/ 1566615 h 1641711"/>
                <a:gd name="connsiteX6" fmla="*/ 65837 w 387439"/>
                <a:gd name="connsiteY6" fmla="*/ 76537 h 1641711"/>
                <a:gd name="connsiteX7" fmla="*/ 386561 w 387439"/>
                <a:gd name="connsiteY7" fmla="*/ 75504 h 1641711"/>
                <a:gd name="connsiteX8" fmla="*/ 384419 w 387439"/>
                <a:gd name="connsiteY8" fmla="*/ 0 h 1641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7439" h="1641711">
                  <a:moveTo>
                    <a:pt x="384419" y="0"/>
                  </a:moveTo>
                  <a:lnTo>
                    <a:pt x="0" y="2141"/>
                  </a:lnTo>
                  <a:lnTo>
                    <a:pt x="0" y="1641711"/>
                  </a:lnTo>
                  <a:lnTo>
                    <a:pt x="387439" y="1641711"/>
                  </a:lnTo>
                  <a:cubicBezTo>
                    <a:pt x="387414" y="1615621"/>
                    <a:pt x="387390" y="1589531"/>
                    <a:pt x="387365" y="1563441"/>
                  </a:cubicBezTo>
                  <a:lnTo>
                    <a:pt x="71154" y="1566615"/>
                  </a:lnTo>
                  <a:cubicBezTo>
                    <a:pt x="68495" y="821576"/>
                    <a:pt x="68495" y="821576"/>
                    <a:pt x="65837" y="76537"/>
                  </a:cubicBezTo>
                  <a:lnTo>
                    <a:pt x="386561" y="75504"/>
                  </a:lnTo>
                  <a:lnTo>
                    <a:pt x="384419" y="0"/>
                  </a:lnTo>
                  <a:close/>
                </a:path>
              </a:pathLst>
            </a:cu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charset="0"/>
              </a:endParaRPr>
            </a:p>
          </p:txBody>
        </p:sp>
        <p:sp>
          <p:nvSpPr>
            <p:cNvPr id="28" name="Bracket Right">
              <a:extLst>
                <a:ext uri="{FF2B5EF4-FFF2-40B4-BE49-F238E27FC236}">
                  <a16:creationId xmlns:a16="http://schemas.microsoft.com/office/drawing/2014/main" id="{BF38C021-AE43-17BD-A31E-55467D4E4C79}"/>
                </a:ext>
                <a:ext uri="{C183D7F6-B498-43B3-948B-1728B52AA6E4}">
                  <adec:decorative xmlns:adec="http://schemas.microsoft.com/office/drawing/2017/decorative" val="1"/>
                </a:ext>
              </a:extLst>
            </p:cNvPr>
            <p:cNvSpPr/>
            <p:nvPr/>
          </p:nvSpPr>
          <p:spPr>
            <a:xfrm rot="10800000">
              <a:off x="10379604" y="5519392"/>
              <a:ext cx="172724" cy="797066"/>
            </a:xfrm>
            <a:custGeom>
              <a:avLst/>
              <a:gdLst>
                <a:gd name="connsiteX0" fmla="*/ 336499 w 376733"/>
                <a:gd name="connsiteY0" fmla="*/ 0 h 1645920"/>
                <a:gd name="connsiteX1" fmla="*/ 0 w 376733"/>
                <a:gd name="connsiteY1" fmla="*/ 0 h 1645920"/>
                <a:gd name="connsiteX2" fmla="*/ 0 w 376733"/>
                <a:gd name="connsiteY2" fmla="*/ 1645920 h 1645920"/>
                <a:gd name="connsiteX3" fmla="*/ 376733 w 376733"/>
                <a:gd name="connsiteY3" fmla="*/ 1645920 h 1645920"/>
                <a:gd name="connsiteX4" fmla="*/ 376733 w 376733"/>
                <a:gd name="connsiteY4" fmla="*/ 1572768 h 1645920"/>
                <a:gd name="connsiteX5" fmla="*/ 65837 w 376733"/>
                <a:gd name="connsiteY5" fmla="*/ 1572768 h 1645920"/>
                <a:gd name="connsiteX6" fmla="*/ 65837 w 376733"/>
                <a:gd name="connsiteY6" fmla="*/ 58521 h 1645920"/>
                <a:gd name="connsiteX7" fmla="*/ 336499 w 376733"/>
                <a:gd name="connsiteY7" fmla="*/ 58521 h 1645920"/>
                <a:gd name="connsiteX8" fmla="*/ 336499 w 376733"/>
                <a:gd name="connsiteY8" fmla="*/ 0 h 1645920"/>
                <a:gd name="connsiteX0" fmla="*/ 336499 w 376733"/>
                <a:gd name="connsiteY0" fmla="*/ 0 h 1645920"/>
                <a:gd name="connsiteX1" fmla="*/ 0 w 376733"/>
                <a:gd name="connsiteY1" fmla="*/ 0 h 1645920"/>
                <a:gd name="connsiteX2" fmla="*/ 0 w 376733"/>
                <a:gd name="connsiteY2" fmla="*/ 1645920 h 1645920"/>
                <a:gd name="connsiteX3" fmla="*/ 376733 w 376733"/>
                <a:gd name="connsiteY3" fmla="*/ 1645920 h 1645920"/>
                <a:gd name="connsiteX4" fmla="*/ 376733 w 376733"/>
                <a:gd name="connsiteY4" fmla="*/ 1591056 h 1645920"/>
                <a:gd name="connsiteX5" fmla="*/ 65837 w 376733"/>
                <a:gd name="connsiteY5" fmla="*/ 1572768 h 1645920"/>
                <a:gd name="connsiteX6" fmla="*/ 65837 w 376733"/>
                <a:gd name="connsiteY6" fmla="*/ 58521 h 1645920"/>
                <a:gd name="connsiteX7" fmla="*/ 336499 w 376733"/>
                <a:gd name="connsiteY7" fmla="*/ 58521 h 1645920"/>
                <a:gd name="connsiteX8" fmla="*/ 336499 w 376733"/>
                <a:gd name="connsiteY8" fmla="*/ 0 h 1645920"/>
                <a:gd name="connsiteX0" fmla="*/ 336499 w 376733"/>
                <a:gd name="connsiteY0" fmla="*/ 0 h 1645920"/>
                <a:gd name="connsiteX1" fmla="*/ 0 w 376733"/>
                <a:gd name="connsiteY1" fmla="*/ 0 h 1645920"/>
                <a:gd name="connsiteX2" fmla="*/ 0 w 376733"/>
                <a:gd name="connsiteY2" fmla="*/ 1645920 h 1645920"/>
                <a:gd name="connsiteX3" fmla="*/ 376733 w 376733"/>
                <a:gd name="connsiteY3" fmla="*/ 1645920 h 1645920"/>
                <a:gd name="connsiteX4" fmla="*/ 376733 w 376733"/>
                <a:gd name="connsiteY4" fmla="*/ 1591056 h 1645920"/>
                <a:gd name="connsiteX5" fmla="*/ 65837 w 376733"/>
                <a:gd name="connsiteY5" fmla="*/ 1594713 h 1645920"/>
                <a:gd name="connsiteX6" fmla="*/ 65837 w 376733"/>
                <a:gd name="connsiteY6" fmla="*/ 58521 h 1645920"/>
                <a:gd name="connsiteX7" fmla="*/ 336499 w 376733"/>
                <a:gd name="connsiteY7" fmla="*/ 58521 h 1645920"/>
                <a:gd name="connsiteX8" fmla="*/ 336499 w 376733"/>
                <a:gd name="connsiteY8" fmla="*/ 0 h 1645920"/>
                <a:gd name="connsiteX0" fmla="*/ 336499 w 376733"/>
                <a:gd name="connsiteY0" fmla="*/ 0 h 1645920"/>
                <a:gd name="connsiteX1" fmla="*/ 0 w 376733"/>
                <a:gd name="connsiteY1" fmla="*/ 0 h 1645920"/>
                <a:gd name="connsiteX2" fmla="*/ 0 w 376733"/>
                <a:gd name="connsiteY2" fmla="*/ 1645920 h 1645920"/>
                <a:gd name="connsiteX3" fmla="*/ 376733 w 376733"/>
                <a:gd name="connsiteY3" fmla="*/ 1645920 h 1645920"/>
                <a:gd name="connsiteX4" fmla="*/ 376733 w 376733"/>
                <a:gd name="connsiteY4" fmla="*/ 1591056 h 1645920"/>
                <a:gd name="connsiteX5" fmla="*/ 65837 w 376733"/>
                <a:gd name="connsiteY5" fmla="*/ 1587397 h 1645920"/>
                <a:gd name="connsiteX6" fmla="*/ 65837 w 376733"/>
                <a:gd name="connsiteY6" fmla="*/ 58521 h 1645920"/>
                <a:gd name="connsiteX7" fmla="*/ 336499 w 376733"/>
                <a:gd name="connsiteY7" fmla="*/ 58521 h 1645920"/>
                <a:gd name="connsiteX8" fmla="*/ 336499 w 376733"/>
                <a:gd name="connsiteY8" fmla="*/ 0 h 1645920"/>
                <a:gd name="connsiteX0" fmla="*/ 336499 w 376733"/>
                <a:gd name="connsiteY0" fmla="*/ 0 h 1645920"/>
                <a:gd name="connsiteX1" fmla="*/ 0 w 376733"/>
                <a:gd name="connsiteY1" fmla="*/ 0 h 1645920"/>
                <a:gd name="connsiteX2" fmla="*/ 0 w 376733"/>
                <a:gd name="connsiteY2" fmla="*/ 1645920 h 1645920"/>
                <a:gd name="connsiteX3" fmla="*/ 376733 w 376733"/>
                <a:gd name="connsiteY3" fmla="*/ 1645920 h 1645920"/>
                <a:gd name="connsiteX4" fmla="*/ 376733 w 376733"/>
                <a:gd name="connsiteY4" fmla="*/ 1591056 h 1645920"/>
                <a:gd name="connsiteX5" fmla="*/ 65837 w 376733"/>
                <a:gd name="connsiteY5" fmla="*/ 1591055 h 1645920"/>
                <a:gd name="connsiteX6" fmla="*/ 65837 w 376733"/>
                <a:gd name="connsiteY6" fmla="*/ 58521 h 1645920"/>
                <a:gd name="connsiteX7" fmla="*/ 336499 w 376733"/>
                <a:gd name="connsiteY7" fmla="*/ 58521 h 1645920"/>
                <a:gd name="connsiteX8" fmla="*/ 336499 w 376733"/>
                <a:gd name="connsiteY8" fmla="*/ 0 h 1645920"/>
                <a:gd name="connsiteX0" fmla="*/ 336499 w 376733"/>
                <a:gd name="connsiteY0" fmla="*/ 0 h 1645920"/>
                <a:gd name="connsiteX1" fmla="*/ 0 w 376733"/>
                <a:gd name="connsiteY1" fmla="*/ 0 h 1645920"/>
                <a:gd name="connsiteX2" fmla="*/ 0 w 376733"/>
                <a:gd name="connsiteY2" fmla="*/ 1645920 h 1645920"/>
                <a:gd name="connsiteX3" fmla="*/ 376733 w 376733"/>
                <a:gd name="connsiteY3" fmla="*/ 1645920 h 1645920"/>
                <a:gd name="connsiteX4" fmla="*/ 376733 w 376733"/>
                <a:gd name="connsiteY4" fmla="*/ 1591056 h 1645920"/>
                <a:gd name="connsiteX5" fmla="*/ 71154 w 376733"/>
                <a:gd name="connsiteY5" fmla="*/ 1564474 h 1645920"/>
                <a:gd name="connsiteX6" fmla="*/ 65837 w 376733"/>
                <a:gd name="connsiteY6" fmla="*/ 58521 h 1645920"/>
                <a:gd name="connsiteX7" fmla="*/ 336499 w 376733"/>
                <a:gd name="connsiteY7" fmla="*/ 58521 h 1645920"/>
                <a:gd name="connsiteX8" fmla="*/ 336499 w 376733"/>
                <a:gd name="connsiteY8" fmla="*/ 0 h 1645920"/>
                <a:gd name="connsiteX0" fmla="*/ 336499 w 387365"/>
                <a:gd name="connsiteY0" fmla="*/ 0 h 1645920"/>
                <a:gd name="connsiteX1" fmla="*/ 0 w 387365"/>
                <a:gd name="connsiteY1" fmla="*/ 0 h 1645920"/>
                <a:gd name="connsiteX2" fmla="*/ 0 w 387365"/>
                <a:gd name="connsiteY2" fmla="*/ 1645920 h 1645920"/>
                <a:gd name="connsiteX3" fmla="*/ 376733 w 387365"/>
                <a:gd name="connsiteY3" fmla="*/ 1645920 h 1645920"/>
                <a:gd name="connsiteX4" fmla="*/ 387365 w 387365"/>
                <a:gd name="connsiteY4" fmla="*/ 1564475 h 1645920"/>
                <a:gd name="connsiteX5" fmla="*/ 71154 w 387365"/>
                <a:gd name="connsiteY5" fmla="*/ 1564474 h 1645920"/>
                <a:gd name="connsiteX6" fmla="*/ 65837 w 387365"/>
                <a:gd name="connsiteY6" fmla="*/ 58521 h 1645920"/>
                <a:gd name="connsiteX7" fmla="*/ 336499 w 387365"/>
                <a:gd name="connsiteY7" fmla="*/ 58521 h 1645920"/>
                <a:gd name="connsiteX8" fmla="*/ 336499 w 387365"/>
                <a:gd name="connsiteY8" fmla="*/ 0 h 1645920"/>
                <a:gd name="connsiteX0" fmla="*/ 336499 w 405611"/>
                <a:gd name="connsiteY0" fmla="*/ 0 h 1645920"/>
                <a:gd name="connsiteX1" fmla="*/ 0 w 405611"/>
                <a:gd name="connsiteY1" fmla="*/ 0 h 1645920"/>
                <a:gd name="connsiteX2" fmla="*/ 0 w 405611"/>
                <a:gd name="connsiteY2" fmla="*/ 1645920 h 1645920"/>
                <a:gd name="connsiteX3" fmla="*/ 376733 w 405611"/>
                <a:gd name="connsiteY3" fmla="*/ 1645920 h 1645920"/>
                <a:gd name="connsiteX4" fmla="*/ 387365 w 405611"/>
                <a:gd name="connsiteY4" fmla="*/ 1564475 h 1645920"/>
                <a:gd name="connsiteX5" fmla="*/ 71154 w 405611"/>
                <a:gd name="connsiteY5" fmla="*/ 1564474 h 1645920"/>
                <a:gd name="connsiteX6" fmla="*/ 65837 w 405611"/>
                <a:gd name="connsiteY6" fmla="*/ 58521 h 1645920"/>
                <a:gd name="connsiteX7" fmla="*/ 405611 w 405611"/>
                <a:gd name="connsiteY7" fmla="*/ 63838 h 1645920"/>
                <a:gd name="connsiteX8" fmla="*/ 336499 w 405611"/>
                <a:gd name="connsiteY8" fmla="*/ 0 h 1645920"/>
                <a:gd name="connsiteX0" fmla="*/ 400294 w 405611"/>
                <a:gd name="connsiteY0" fmla="*/ 0 h 1651236"/>
                <a:gd name="connsiteX1" fmla="*/ 0 w 405611"/>
                <a:gd name="connsiteY1" fmla="*/ 5316 h 1651236"/>
                <a:gd name="connsiteX2" fmla="*/ 0 w 405611"/>
                <a:gd name="connsiteY2" fmla="*/ 1651236 h 1651236"/>
                <a:gd name="connsiteX3" fmla="*/ 376733 w 405611"/>
                <a:gd name="connsiteY3" fmla="*/ 1651236 h 1651236"/>
                <a:gd name="connsiteX4" fmla="*/ 387365 w 405611"/>
                <a:gd name="connsiteY4" fmla="*/ 1569791 h 1651236"/>
                <a:gd name="connsiteX5" fmla="*/ 71154 w 405611"/>
                <a:gd name="connsiteY5" fmla="*/ 1569790 h 1651236"/>
                <a:gd name="connsiteX6" fmla="*/ 65837 w 405611"/>
                <a:gd name="connsiteY6" fmla="*/ 63837 h 1651236"/>
                <a:gd name="connsiteX7" fmla="*/ 405611 w 405611"/>
                <a:gd name="connsiteY7" fmla="*/ 69154 h 1651236"/>
                <a:gd name="connsiteX8" fmla="*/ 400294 w 405611"/>
                <a:gd name="connsiteY8" fmla="*/ 0 h 1651236"/>
                <a:gd name="connsiteX0" fmla="*/ 400294 w 405611"/>
                <a:gd name="connsiteY0" fmla="*/ 0 h 1651236"/>
                <a:gd name="connsiteX1" fmla="*/ 0 w 405611"/>
                <a:gd name="connsiteY1" fmla="*/ 5316 h 1651236"/>
                <a:gd name="connsiteX2" fmla="*/ 0 w 405611"/>
                <a:gd name="connsiteY2" fmla="*/ 1651236 h 1651236"/>
                <a:gd name="connsiteX3" fmla="*/ 403314 w 405611"/>
                <a:gd name="connsiteY3" fmla="*/ 1651236 h 1651236"/>
                <a:gd name="connsiteX4" fmla="*/ 387365 w 405611"/>
                <a:gd name="connsiteY4" fmla="*/ 1569791 h 1651236"/>
                <a:gd name="connsiteX5" fmla="*/ 71154 w 405611"/>
                <a:gd name="connsiteY5" fmla="*/ 1569790 h 1651236"/>
                <a:gd name="connsiteX6" fmla="*/ 65837 w 405611"/>
                <a:gd name="connsiteY6" fmla="*/ 63837 h 1651236"/>
                <a:gd name="connsiteX7" fmla="*/ 405611 w 405611"/>
                <a:gd name="connsiteY7" fmla="*/ 69154 h 1651236"/>
                <a:gd name="connsiteX8" fmla="*/ 400294 w 405611"/>
                <a:gd name="connsiteY8" fmla="*/ 0 h 1651236"/>
                <a:gd name="connsiteX0" fmla="*/ 400294 w 405611"/>
                <a:gd name="connsiteY0" fmla="*/ 0 h 1651236"/>
                <a:gd name="connsiteX1" fmla="*/ 0 w 405611"/>
                <a:gd name="connsiteY1" fmla="*/ 5316 h 1651236"/>
                <a:gd name="connsiteX2" fmla="*/ 0 w 405611"/>
                <a:gd name="connsiteY2" fmla="*/ 1651236 h 1651236"/>
                <a:gd name="connsiteX3" fmla="*/ 387439 w 405611"/>
                <a:gd name="connsiteY3" fmla="*/ 1644886 h 1651236"/>
                <a:gd name="connsiteX4" fmla="*/ 387365 w 405611"/>
                <a:gd name="connsiteY4" fmla="*/ 1569791 h 1651236"/>
                <a:gd name="connsiteX5" fmla="*/ 71154 w 405611"/>
                <a:gd name="connsiteY5" fmla="*/ 1569790 h 1651236"/>
                <a:gd name="connsiteX6" fmla="*/ 65837 w 405611"/>
                <a:gd name="connsiteY6" fmla="*/ 63837 h 1651236"/>
                <a:gd name="connsiteX7" fmla="*/ 405611 w 405611"/>
                <a:gd name="connsiteY7" fmla="*/ 69154 h 1651236"/>
                <a:gd name="connsiteX8" fmla="*/ 400294 w 405611"/>
                <a:gd name="connsiteY8" fmla="*/ 0 h 1651236"/>
                <a:gd name="connsiteX0" fmla="*/ 400294 w 405611"/>
                <a:gd name="connsiteY0" fmla="*/ 0 h 1651236"/>
                <a:gd name="connsiteX1" fmla="*/ 0 w 405611"/>
                <a:gd name="connsiteY1" fmla="*/ 5316 h 1651236"/>
                <a:gd name="connsiteX2" fmla="*/ 0 w 405611"/>
                <a:gd name="connsiteY2" fmla="*/ 1651236 h 1651236"/>
                <a:gd name="connsiteX3" fmla="*/ 387439 w 405611"/>
                <a:gd name="connsiteY3" fmla="*/ 1644886 h 1651236"/>
                <a:gd name="connsiteX4" fmla="*/ 371490 w 405611"/>
                <a:gd name="connsiteY4" fmla="*/ 1566616 h 1651236"/>
                <a:gd name="connsiteX5" fmla="*/ 71154 w 405611"/>
                <a:gd name="connsiteY5" fmla="*/ 1569790 h 1651236"/>
                <a:gd name="connsiteX6" fmla="*/ 65837 w 405611"/>
                <a:gd name="connsiteY6" fmla="*/ 63837 h 1651236"/>
                <a:gd name="connsiteX7" fmla="*/ 405611 w 405611"/>
                <a:gd name="connsiteY7" fmla="*/ 69154 h 1651236"/>
                <a:gd name="connsiteX8" fmla="*/ 400294 w 405611"/>
                <a:gd name="connsiteY8" fmla="*/ 0 h 1651236"/>
                <a:gd name="connsiteX0" fmla="*/ 400294 w 405611"/>
                <a:gd name="connsiteY0" fmla="*/ 0 h 1651236"/>
                <a:gd name="connsiteX1" fmla="*/ 0 w 405611"/>
                <a:gd name="connsiteY1" fmla="*/ 5316 h 1651236"/>
                <a:gd name="connsiteX2" fmla="*/ 0 w 405611"/>
                <a:gd name="connsiteY2" fmla="*/ 1651236 h 1651236"/>
                <a:gd name="connsiteX3" fmla="*/ 387439 w 405611"/>
                <a:gd name="connsiteY3" fmla="*/ 1644886 h 1651236"/>
                <a:gd name="connsiteX4" fmla="*/ 393715 w 405611"/>
                <a:gd name="connsiteY4" fmla="*/ 1566616 h 1651236"/>
                <a:gd name="connsiteX5" fmla="*/ 71154 w 405611"/>
                <a:gd name="connsiteY5" fmla="*/ 1569790 h 1651236"/>
                <a:gd name="connsiteX6" fmla="*/ 65837 w 405611"/>
                <a:gd name="connsiteY6" fmla="*/ 63837 h 1651236"/>
                <a:gd name="connsiteX7" fmla="*/ 405611 w 405611"/>
                <a:gd name="connsiteY7" fmla="*/ 69154 h 1651236"/>
                <a:gd name="connsiteX8" fmla="*/ 400294 w 405611"/>
                <a:gd name="connsiteY8" fmla="*/ 0 h 1651236"/>
                <a:gd name="connsiteX0" fmla="*/ 400294 w 405611"/>
                <a:gd name="connsiteY0" fmla="*/ 0 h 1651236"/>
                <a:gd name="connsiteX1" fmla="*/ 0 w 405611"/>
                <a:gd name="connsiteY1" fmla="*/ 5316 h 1651236"/>
                <a:gd name="connsiteX2" fmla="*/ 0 w 405611"/>
                <a:gd name="connsiteY2" fmla="*/ 1651236 h 1651236"/>
                <a:gd name="connsiteX3" fmla="*/ 387439 w 405611"/>
                <a:gd name="connsiteY3" fmla="*/ 1644886 h 1651236"/>
                <a:gd name="connsiteX4" fmla="*/ 393715 w 405611"/>
                <a:gd name="connsiteY4" fmla="*/ 1566616 h 1651236"/>
                <a:gd name="connsiteX5" fmla="*/ 71154 w 405611"/>
                <a:gd name="connsiteY5" fmla="*/ 1569790 h 1651236"/>
                <a:gd name="connsiteX6" fmla="*/ 65837 w 405611"/>
                <a:gd name="connsiteY6" fmla="*/ 63837 h 1651236"/>
                <a:gd name="connsiteX7" fmla="*/ 405611 w 405611"/>
                <a:gd name="connsiteY7" fmla="*/ 69154 h 1651236"/>
                <a:gd name="connsiteX8" fmla="*/ 400294 w 405611"/>
                <a:gd name="connsiteY8" fmla="*/ 0 h 1651236"/>
                <a:gd name="connsiteX0" fmla="*/ 400294 w 405611"/>
                <a:gd name="connsiteY0" fmla="*/ 0 h 1651236"/>
                <a:gd name="connsiteX1" fmla="*/ 0 w 405611"/>
                <a:gd name="connsiteY1" fmla="*/ 5316 h 1651236"/>
                <a:gd name="connsiteX2" fmla="*/ 0 w 405611"/>
                <a:gd name="connsiteY2" fmla="*/ 1651236 h 1651236"/>
                <a:gd name="connsiteX3" fmla="*/ 387439 w 405611"/>
                <a:gd name="connsiteY3" fmla="*/ 1644886 h 1651236"/>
                <a:gd name="connsiteX4" fmla="*/ 393715 w 405611"/>
                <a:gd name="connsiteY4" fmla="*/ 1566616 h 1651236"/>
                <a:gd name="connsiteX5" fmla="*/ 71154 w 405611"/>
                <a:gd name="connsiteY5" fmla="*/ 1569790 h 1651236"/>
                <a:gd name="connsiteX6" fmla="*/ 65837 w 405611"/>
                <a:gd name="connsiteY6" fmla="*/ 63837 h 1651236"/>
                <a:gd name="connsiteX7" fmla="*/ 405611 w 405611"/>
                <a:gd name="connsiteY7" fmla="*/ 69154 h 1651236"/>
                <a:gd name="connsiteX8" fmla="*/ 400294 w 405611"/>
                <a:gd name="connsiteY8" fmla="*/ 0 h 1651236"/>
                <a:gd name="connsiteX0" fmla="*/ 400294 w 405611"/>
                <a:gd name="connsiteY0" fmla="*/ 0 h 1651236"/>
                <a:gd name="connsiteX1" fmla="*/ 0 w 405611"/>
                <a:gd name="connsiteY1" fmla="*/ 5316 h 1651236"/>
                <a:gd name="connsiteX2" fmla="*/ 0 w 405611"/>
                <a:gd name="connsiteY2" fmla="*/ 1651236 h 1651236"/>
                <a:gd name="connsiteX3" fmla="*/ 387439 w 405611"/>
                <a:gd name="connsiteY3" fmla="*/ 1644886 h 1651236"/>
                <a:gd name="connsiteX4" fmla="*/ 387365 w 405611"/>
                <a:gd name="connsiteY4" fmla="*/ 1566616 h 1651236"/>
                <a:gd name="connsiteX5" fmla="*/ 71154 w 405611"/>
                <a:gd name="connsiteY5" fmla="*/ 1569790 h 1651236"/>
                <a:gd name="connsiteX6" fmla="*/ 65837 w 405611"/>
                <a:gd name="connsiteY6" fmla="*/ 63837 h 1651236"/>
                <a:gd name="connsiteX7" fmla="*/ 405611 w 405611"/>
                <a:gd name="connsiteY7" fmla="*/ 69154 h 1651236"/>
                <a:gd name="connsiteX8" fmla="*/ 400294 w 405611"/>
                <a:gd name="connsiteY8" fmla="*/ 0 h 1651236"/>
                <a:gd name="connsiteX0" fmla="*/ 400294 w 405611"/>
                <a:gd name="connsiteY0" fmla="*/ 0 h 1644886"/>
                <a:gd name="connsiteX1" fmla="*/ 0 w 405611"/>
                <a:gd name="connsiteY1" fmla="*/ 5316 h 1644886"/>
                <a:gd name="connsiteX2" fmla="*/ 0 w 405611"/>
                <a:gd name="connsiteY2" fmla="*/ 1644886 h 1644886"/>
                <a:gd name="connsiteX3" fmla="*/ 387439 w 405611"/>
                <a:gd name="connsiteY3" fmla="*/ 1644886 h 1644886"/>
                <a:gd name="connsiteX4" fmla="*/ 387365 w 405611"/>
                <a:gd name="connsiteY4" fmla="*/ 1566616 h 1644886"/>
                <a:gd name="connsiteX5" fmla="*/ 71154 w 405611"/>
                <a:gd name="connsiteY5" fmla="*/ 1569790 h 1644886"/>
                <a:gd name="connsiteX6" fmla="*/ 65837 w 405611"/>
                <a:gd name="connsiteY6" fmla="*/ 63837 h 1644886"/>
                <a:gd name="connsiteX7" fmla="*/ 405611 w 405611"/>
                <a:gd name="connsiteY7" fmla="*/ 69154 h 1644886"/>
                <a:gd name="connsiteX8" fmla="*/ 400294 w 405611"/>
                <a:gd name="connsiteY8" fmla="*/ 0 h 1644886"/>
                <a:gd name="connsiteX0" fmla="*/ 400294 w 400294"/>
                <a:gd name="connsiteY0" fmla="*/ 0 h 1644886"/>
                <a:gd name="connsiteX1" fmla="*/ 0 w 400294"/>
                <a:gd name="connsiteY1" fmla="*/ 5316 h 1644886"/>
                <a:gd name="connsiteX2" fmla="*/ 0 w 400294"/>
                <a:gd name="connsiteY2" fmla="*/ 1644886 h 1644886"/>
                <a:gd name="connsiteX3" fmla="*/ 387439 w 400294"/>
                <a:gd name="connsiteY3" fmla="*/ 1644886 h 1644886"/>
                <a:gd name="connsiteX4" fmla="*/ 387365 w 400294"/>
                <a:gd name="connsiteY4" fmla="*/ 1566616 h 1644886"/>
                <a:gd name="connsiteX5" fmla="*/ 71154 w 400294"/>
                <a:gd name="connsiteY5" fmla="*/ 1569790 h 1644886"/>
                <a:gd name="connsiteX6" fmla="*/ 65837 w 400294"/>
                <a:gd name="connsiteY6" fmla="*/ 63837 h 1644886"/>
                <a:gd name="connsiteX7" fmla="*/ 386561 w 400294"/>
                <a:gd name="connsiteY7" fmla="*/ 78679 h 1644886"/>
                <a:gd name="connsiteX8" fmla="*/ 400294 w 400294"/>
                <a:gd name="connsiteY8" fmla="*/ 0 h 1644886"/>
                <a:gd name="connsiteX0" fmla="*/ 384419 w 387439"/>
                <a:gd name="connsiteY0" fmla="*/ 0 h 1641711"/>
                <a:gd name="connsiteX1" fmla="*/ 0 w 387439"/>
                <a:gd name="connsiteY1" fmla="*/ 2141 h 1641711"/>
                <a:gd name="connsiteX2" fmla="*/ 0 w 387439"/>
                <a:gd name="connsiteY2" fmla="*/ 1641711 h 1641711"/>
                <a:gd name="connsiteX3" fmla="*/ 387439 w 387439"/>
                <a:gd name="connsiteY3" fmla="*/ 1641711 h 1641711"/>
                <a:gd name="connsiteX4" fmla="*/ 387365 w 387439"/>
                <a:gd name="connsiteY4" fmla="*/ 1563441 h 1641711"/>
                <a:gd name="connsiteX5" fmla="*/ 71154 w 387439"/>
                <a:gd name="connsiteY5" fmla="*/ 1566615 h 1641711"/>
                <a:gd name="connsiteX6" fmla="*/ 65837 w 387439"/>
                <a:gd name="connsiteY6" fmla="*/ 60662 h 1641711"/>
                <a:gd name="connsiteX7" fmla="*/ 386561 w 387439"/>
                <a:gd name="connsiteY7" fmla="*/ 75504 h 1641711"/>
                <a:gd name="connsiteX8" fmla="*/ 384419 w 387439"/>
                <a:gd name="connsiteY8" fmla="*/ 0 h 1641711"/>
                <a:gd name="connsiteX0" fmla="*/ 384419 w 387439"/>
                <a:gd name="connsiteY0" fmla="*/ 0 h 1641711"/>
                <a:gd name="connsiteX1" fmla="*/ 0 w 387439"/>
                <a:gd name="connsiteY1" fmla="*/ 2141 h 1641711"/>
                <a:gd name="connsiteX2" fmla="*/ 0 w 387439"/>
                <a:gd name="connsiteY2" fmla="*/ 1641711 h 1641711"/>
                <a:gd name="connsiteX3" fmla="*/ 387439 w 387439"/>
                <a:gd name="connsiteY3" fmla="*/ 1641711 h 1641711"/>
                <a:gd name="connsiteX4" fmla="*/ 387365 w 387439"/>
                <a:gd name="connsiteY4" fmla="*/ 1563441 h 1641711"/>
                <a:gd name="connsiteX5" fmla="*/ 71154 w 387439"/>
                <a:gd name="connsiteY5" fmla="*/ 1566615 h 1641711"/>
                <a:gd name="connsiteX6" fmla="*/ 65837 w 387439"/>
                <a:gd name="connsiteY6" fmla="*/ 76537 h 1641711"/>
                <a:gd name="connsiteX7" fmla="*/ 386561 w 387439"/>
                <a:gd name="connsiteY7" fmla="*/ 75504 h 1641711"/>
                <a:gd name="connsiteX8" fmla="*/ 384419 w 387439"/>
                <a:gd name="connsiteY8" fmla="*/ 0 h 1641711"/>
                <a:gd name="connsiteX0" fmla="*/ 384419 w 387439"/>
                <a:gd name="connsiteY0" fmla="*/ 0 h 1641711"/>
                <a:gd name="connsiteX1" fmla="*/ 0 w 387439"/>
                <a:gd name="connsiteY1" fmla="*/ 2141 h 1641711"/>
                <a:gd name="connsiteX2" fmla="*/ 0 w 387439"/>
                <a:gd name="connsiteY2" fmla="*/ 1641711 h 1641711"/>
                <a:gd name="connsiteX3" fmla="*/ 387439 w 387439"/>
                <a:gd name="connsiteY3" fmla="*/ 1641711 h 1641711"/>
                <a:gd name="connsiteX4" fmla="*/ 387365 w 387439"/>
                <a:gd name="connsiteY4" fmla="*/ 1563441 h 1641711"/>
                <a:gd name="connsiteX5" fmla="*/ 71154 w 387439"/>
                <a:gd name="connsiteY5" fmla="*/ 1566615 h 1641711"/>
                <a:gd name="connsiteX6" fmla="*/ 65837 w 387439"/>
                <a:gd name="connsiteY6" fmla="*/ 76537 h 1641711"/>
                <a:gd name="connsiteX7" fmla="*/ 386561 w 387439"/>
                <a:gd name="connsiteY7" fmla="*/ 75504 h 1641711"/>
                <a:gd name="connsiteX8" fmla="*/ 384419 w 387439"/>
                <a:gd name="connsiteY8" fmla="*/ 0 h 1641711"/>
                <a:gd name="connsiteX0" fmla="*/ 384419 w 387439"/>
                <a:gd name="connsiteY0" fmla="*/ 0 h 1641711"/>
                <a:gd name="connsiteX1" fmla="*/ 0 w 387439"/>
                <a:gd name="connsiteY1" fmla="*/ 2141 h 1641711"/>
                <a:gd name="connsiteX2" fmla="*/ 0 w 387439"/>
                <a:gd name="connsiteY2" fmla="*/ 1641711 h 1641711"/>
                <a:gd name="connsiteX3" fmla="*/ 387439 w 387439"/>
                <a:gd name="connsiteY3" fmla="*/ 1641711 h 1641711"/>
                <a:gd name="connsiteX4" fmla="*/ 387365 w 387439"/>
                <a:gd name="connsiteY4" fmla="*/ 1563441 h 1641711"/>
                <a:gd name="connsiteX5" fmla="*/ 71154 w 387439"/>
                <a:gd name="connsiteY5" fmla="*/ 1566615 h 1641711"/>
                <a:gd name="connsiteX6" fmla="*/ 65837 w 387439"/>
                <a:gd name="connsiteY6" fmla="*/ 76537 h 1641711"/>
                <a:gd name="connsiteX7" fmla="*/ 386561 w 387439"/>
                <a:gd name="connsiteY7" fmla="*/ 75504 h 1641711"/>
                <a:gd name="connsiteX8" fmla="*/ 384419 w 387439"/>
                <a:gd name="connsiteY8" fmla="*/ 0 h 1641711"/>
                <a:gd name="connsiteX0" fmla="*/ 384419 w 414236"/>
                <a:gd name="connsiteY0" fmla="*/ 0 h 1641711"/>
                <a:gd name="connsiteX1" fmla="*/ 0 w 414236"/>
                <a:gd name="connsiteY1" fmla="*/ 2141 h 1641711"/>
                <a:gd name="connsiteX2" fmla="*/ 0 w 414236"/>
                <a:gd name="connsiteY2" fmla="*/ 1641711 h 1641711"/>
                <a:gd name="connsiteX3" fmla="*/ 387439 w 414236"/>
                <a:gd name="connsiteY3" fmla="*/ 1641711 h 1641711"/>
                <a:gd name="connsiteX4" fmla="*/ 379172 w 414236"/>
                <a:gd name="connsiteY4" fmla="*/ 1600163 h 1641711"/>
                <a:gd name="connsiteX5" fmla="*/ 387365 w 414236"/>
                <a:gd name="connsiteY5" fmla="*/ 1563441 h 1641711"/>
                <a:gd name="connsiteX6" fmla="*/ 71154 w 414236"/>
                <a:gd name="connsiteY6" fmla="*/ 1566615 h 1641711"/>
                <a:gd name="connsiteX7" fmla="*/ 65837 w 414236"/>
                <a:gd name="connsiteY7" fmla="*/ 76537 h 1641711"/>
                <a:gd name="connsiteX8" fmla="*/ 386561 w 414236"/>
                <a:gd name="connsiteY8" fmla="*/ 75504 h 1641711"/>
                <a:gd name="connsiteX9" fmla="*/ 384419 w 414236"/>
                <a:gd name="connsiteY9" fmla="*/ 0 h 1641711"/>
                <a:gd name="connsiteX0" fmla="*/ 384419 w 431494"/>
                <a:gd name="connsiteY0" fmla="*/ 0 h 1641711"/>
                <a:gd name="connsiteX1" fmla="*/ 0 w 431494"/>
                <a:gd name="connsiteY1" fmla="*/ 2141 h 1641711"/>
                <a:gd name="connsiteX2" fmla="*/ 0 w 431494"/>
                <a:gd name="connsiteY2" fmla="*/ 1641711 h 1641711"/>
                <a:gd name="connsiteX3" fmla="*/ 387439 w 431494"/>
                <a:gd name="connsiteY3" fmla="*/ 1641711 h 1641711"/>
                <a:gd name="connsiteX4" fmla="*/ 387365 w 431494"/>
                <a:gd name="connsiteY4" fmla="*/ 1563441 h 1641711"/>
                <a:gd name="connsiteX5" fmla="*/ 71154 w 431494"/>
                <a:gd name="connsiteY5" fmla="*/ 1566615 h 1641711"/>
                <a:gd name="connsiteX6" fmla="*/ 65837 w 431494"/>
                <a:gd name="connsiteY6" fmla="*/ 76537 h 1641711"/>
                <a:gd name="connsiteX7" fmla="*/ 386561 w 431494"/>
                <a:gd name="connsiteY7" fmla="*/ 75504 h 1641711"/>
                <a:gd name="connsiteX8" fmla="*/ 384419 w 431494"/>
                <a:gd name="connsiteY8" fmla="*/ 0 h 1641711"/>
                <a:gd name="connsiteX0" fmla="*/ 384419 w 409039"/>
                <a:gd name="connsiteY0" fmla="*/ 0 h 1642067"/>
                <a:gd name="connsiteX1" fmla="*/ 0 w 409039"/>
                <a:gd name="connsiteY1" fmla="*/ 2141 h 1642067"/>
                <a:gd name="connsiteX2" fmla="*/ 0 w 409039"/>
                <a:gd name="connsiteY2" fmla="*/ 1641711 h 1642067"/>
                <a:gd name="connsiteX3" fmla="*/ 387439 w 409039"/>
                <a:gd name="connsiteY3" fmla="*/ 1641711 h 1642067"/>
                <a:gd name="connsiteX4" fmla="*/ 387365 w 409039"/>
                <a:gd name="connsiteY4" fmla="*/ 1563441 h 1642067"/>
                <a:gd name="connsiteX5" fmla="*/ 71154 w 409039"/>
                <a:gd name="connsiteY5" fmla="*/ 1566615 h 1642067"/>
                <a:gd name="connsiteX6" fmla="*/ 65837 w 409039"/>
                <a:gd name="connsiteY6" fmla="*/ 76537 h 1642067"/>
                <a:gd name="connsiteX7" fmla="*/ 386561 w 409039"/>
                <a:gd name="connsiteY7" fmla="*/ 75504 h 1642067"/>
                <a:gd name="connsiteX8" fmla="*/ 384419 w 409039"/>
                <a:gd name="connsiteY8" fmla="*/ 0 h 1642067"/>
                <a:gd name="connsiteX0" fmla="*/ 384419 w 410804"/>
                <a:gd name="connsiteY0" fmla="*/ 0 h 1641711"/>
                <a:gd name="connsiteX1" fmla="*/ 0 w 410804"/>
                <a:gd name="connsiteY1" fmla="*/ 2141 h 1641711"/>
                <a:gd name="connsiteX2" fmla="*/ 0 w 410804"/>
                <a:gd name="connsiteY2" fmla="*/ 1641711 h 1641711"/>
                <a:gd name="connsiteX3" fmla="*/ 387439 w 410804"/>
                <a:gd name="connsiteY3" fmla="*/ 1641711 h 1641711"/>
                <a:gd name="connsiteX4" fmla="*/ 387365 w 410804"/>
                <a:gd name="connsiteY4" fmla="*/ 1563441 h 1641711"/>
                <a:gd name="connsiteX5" fmla="*/ 71154 w 410804"/>
                <a:gd name="connsiteY5" fmla="*/ 1566615 h 1641711"/>
                <a:gd name="connsiteX6" fmla="*/ 65837 w 410804"/>
                <a:gd name="connsiteY6" fmla="*/ 76537 h 1641711"/>
                <a:gd name="connsiteX7" fmla="*/ 386561 w 410804"/>
                <a:gd name="connsiteY7" fmla="*/ 75504 h 1641711"/>
                <a:gd name="connsiteX8" fmla="*/ 384419 w 410804"/>
                <a:gd name="connsiteY8" fmla="*/ 0 h 1641711"/>
                <a:gd name="connsiteX0" fmla="*/ 384419 w 387439"/>
                <a:gd name="connsiteY0" fmla="*/ 0 h 1641711"/>
                <a:gd name="connsiteX1" fmla="*/ 0 w 387439"/>
                <a:gd name="connsiteY1" fmla="*/ 2141 h 1641711"/>
                <a:gd name="connsiteX2" fmla="*/ 0 w 387439"/>
                <a:gd name="connsiteY2" fmla="*/ 1641711 h 1641711"/>
                <a:gd name="connsiteX3" fmla="*/ 387439 w 387439"/>
                <a:gd name="connsiteY3" fmla="*/ 1641711 h 1641711"/>
                <a:gd name="connsiteX4" fmla="*/ 387365 w 387439"/>
                <a:gd name="connsiteY4" fmla="*/ 1563441 h 1641711"/>
                <a:gd name="connsiteX5" fmla="*/ 71154 w 387439"/>
                <a:gd name="connsiteY5" fmla="*/ 1566615 h 1641711"/>
                <a:gd name="connsiteX6" fmla="*/ 65837 w 387439"/>
                <a:gd name="connsiteY6" fmla="*/ 76537 h 1641711"/>
                <a:gd name="connsiteX7" fmla="*/ 386561 w 387439"/>
                <a:gd name="connsiteY7" fmla="*/ 75504 h 1641711"/>
                <a:gd name="connsiteX8" fmla="*/ 384419 w 387439"/>
                <a:gd name="connsiteY8" fmla="*/ 0 h 1641711"/>
                <a:gd name="connsiteX0" fmla="*/ 384419 w 387439"/>
                <a:gd name="connsiteY0" fmla="*/ 0 h 1641711"/>
                <a:gd name="connsiteX1" fmla="*/ 0 w 387439"/>
                <a:gd name="connsiteY1" fmla="*/ 2141 h 1641711"/>
                <a:gd name="connsiteX2" fmla="*/ 0 w 387439"/>
                <a:gd name="connsiteY2" fmla="*/ 1641711 h 1641711"/>
                <a:gd name="connsiteX3" fmla="*/ 387439 w 387439"/>
                <a:gd name="connsiteY3" fmla="*/ 1641711 h 1641711"/>
                <a:gd name="connsiteX4" fmla="*/ 387365 w 387439"/>
                <a:gd name="connsiteY4" fmla="*/ 1563441 h 1641711"/>
                <a:gd name="connsiteX5" fmla="*/ 71154 w 387439"/>
                <a:gd name="connsiteY5" fmla="*/ 1566615 h 1641711"/>
                <a:gd name="connsiteX6" fmla="*/ 65837 w 387439"/>
                <a:gd name="connsiteY6" fmla="*/ 76537 h 1641711"/>
                <a:gd name="connsiteX7" fmla="*/ 386561 w 387439"/>
                <a:gd name="connsiteY7" fmla="*/ 75504 h 1641711"/>
                <a:gd name="connsiteX8" fmla="*/ 384419 w 387439"/>
                <a:gd name="connsiteY8" fmla="*/ 0 h 1641711"/>
                <a:gd name="connsiteX0" fmla="*/ 384419 w 387439"/>
                <a:gd name="connsiteY0" fmla="*/ 0 h 1641711"/>
                <a:gd name="connsiteX1" fmla="*/ 0 w 387439"/>
                <a:gd name="connsiteY1" fmla="*/ 2141 h 1641711"/>
                <a:gd name="connsiteX2" fmla="*/ 0 w 387439"/>
                <a:gd name="connsiteY2" fmla="*/ 1641711 h 1641711"/>
                <a:gd name="connsiteX3" fmla="*/ 387439 w 387439"/>
                <a:gd name="connsiteY3" fmla="*/ 1641711 h 1641711"/>
                <a:gd name="connsiteX4" fmla="*/ 387365 w 387439"/>
                <a:gd name="connsiteY4" fmla="*/ 1563441 h 1641711"/>
                <a:gd name="connsiteX5" fmla="*/ 71154 w 387439"/>
                <a:gd name="connsiteY5" fmla="*/ 1566615 h 1641711"/>
                <a:gd name="connsiteX6" fmla="*/ 65837 w 387439"/>
                <a:gd name="connsiteY6" fmla="*/ 76537 h 1641711"/>
                <a:gd name="connsiteX7" fmla="*/ 386561 w 387439"/>
                <a:gd name="connsiteY7" fmla="*/ 75504 h 1641711"/>
                <a:gd name="connsiteX8" fmla="*/ 384419 w 387439"/>
                <a:gd name="connsiteY8" fmla="*/ 0 h 1641711"/>
                <a:gd name="connsiteX0" fmla="*/ 384419 w 387439"/>
                <a:gd name="connsiteY0" fmla="*/ 0 h 1641711"/>
                <a:gd name="connsiteX1" fmla="*/ 0 w 387439"/>
                <a:gd name="connsiteY1" fmla="*/ 2141 h 1641711"/>
                <a:gd name="connsiteX2" fmla="*/ 0 w 387439"/>
                <a:gd name="connsiteY2" fmla="*/ 1641711 h 1641711"/>
                <a:gd name="connsiteX3" fmla="*/ 387439 w 387439"/>
                <a:gd name="connsiteY3" fmla="*/ 1641711 h 1641711"/>
                <a:gd name="connsiteX4" fmla="*/ 387365 w 387439"/>
                <a:gd name="connsiteY4" fmla="*/ 1563441 h 1641711"/>
                <a:gd name="connsiteX5" fmla="*/ 71154 w 387439"/>
                <a:gd name="connsiteY5" fmla="*/ 1566615 h 1641711"/>
                <a:gd name="connsiteX6" fmla="*/ 65837 w 387439"/>
                <a:gd name="connsiteY6" fmla="*/ 76537 h 1641711"/>
                <a:gd name="connsiteX7" fmla="*/ 386561 w 387439"/>
                <a:gd name="connsiteY7" fmla="*/ 75504 h 1641711"/>
                <a:gd name="connsiteX8" fmla="*/ 384419 w 387439"/>
                <a:gd name="connsiteY8" fmla="*/ 0 h 1641711"/>
                <a:gd name="connsiteX0" fmla="*/ 384419 w 387439"/>
                <a:gd name="connsiteY0" fmla="*/ 0 h 1641711"/>
                <a:gd name="connsiteX1" fmla="*/ 0 w 387439"/>
                <a:gd name="connsiteY1" fmla="*/ 2141 h 1641711"/>
                <a:gd name="connsiteX2" fmla="*/ 0 w 387439"/>
                <a:gd name="connsiteY2" fmla="*/ 1641711 h 1641711"/>
                <a:gd name="connsiteX3" fmla="*/ 387439 w 387439"/>
                <a:gd name="connsiteY3" fmla="*/ 1641711 h 1641711"/>
                <a:gd name="connsiteX4" fmla="*/ 387365 w 387439"/>
                <a:gd name="connsiteY4" fmla="*/ 1563441 h 1641711"/>
                <a:gd name="connsiteX5" fmla="*/ 71154 w 387439"/>
                <a:gd name="connsiteY5" fmla="*/ 1566615 h 1641711"/>
                <a:gd name="connsiteX6" fmla="*/ 65837 w 387439"/>
                <a:gd name="connsiteY6" fmla="*/ 76537 h 1641711"/>
                <a:gd name="connsiteX7" fmla="*/ 386561 w 387439"/>
                <a:gd name="connsiteY7" fmla="*/ 75504 h 1641711"/>
                <a:gd name="connsiteX8" fmla="*/ 384419 w 387439"/>
                <a:gd name="connsiteY8" fmla="*/ 0 h 1641711"/>
                <a:gd name="connsiteX0" fmla="*/ 384419 w 387439"/>
                <a:gd name="connsiteY0" fmla="*/ 0 h 1641711"/>
                <a:gd name="connsiteX1" fmla="*/ 0 w 387439"/>
                <a:gd name="connsiteY1" fmla="*/ 2141 h 1641711"/>
                <a:gd name="connsiteX2" fmla="*/ 0 w 387439"/>
                <a:gd name="connsiteY2" fmla="*/ 1641711 h 1641711"/>
                <a:gd name="connsiteX3" fmla="*/ 387439 w 387439"/>
                <a:gd name="connsiteY3" fmla="*/ 1641711 h 1641711"/>
                <a:gd name="connsiteX4" fmla="*/ 387365 w 387439"/>
                <a:gd name="connsiteY4" fmla="*/ 1563441 h 1641711"/>
                <a:gd name="connsiteX5" fmla="*/ 71154 w 387439"/>
                <a:gd name="connsiteY5" fmla="*/ 1566615 h 1641711"/>
                <a:gd name="connsiteX6" fmla="*/ 65837 w 387439"/>
                <a:gd name="connsiteY6" fmla="*/ 76537 h 1641711"/>
                <a:gd name="connsiteX7" fmla="*/ 386561 w 387439"/>
                <a:gd name="connsiteY7" fmla="*/ 75504 h 1641711"/>
                <a:gd name="connsiteX8" fmla="*/ 384419 w 387439"/>
                <a:gd name="connsiteY8" fmla="*/ 0 h 1641711"/>
                <a:gd name="connsiteX0" fmla="*/ 384419 w 387439"/>
                <a:gd name="connsiteY0" fmla="*/ 0 h 1641711"/>
                <a:gd name="connsiteX1" fmla="*/ 0 w 387439"/>
                <a:gd name="connsiteY1" fmla="*/ 2141 h 1641711"/>
                <a:gd name="connsiteX2" fmla="*/ 0 w 387439"/>
                <a:gd name="connsiteY2" fmla="*/ 1641711 h 1641711"/>
                <a:gd name="connsiteX3" fmla="*/ 387439 w 387439"/>
                <a:gd name="connsiteY3" fmla="*/ 1641711 h 1641711"/>
                <a:gd name="connsiteX4" fmla="*/ 387365 w 387439"/>
                <a:gd name="connsiteY4" fmla="*/ 1563441 h 1641711"/>
                <a:gd name="connsiteX5" fmla="*/ 71154 w 387439"/>
                <a:gd name="connsiteY5" fmla="*/ 1566615 h 1641711"/>
                <a:gd name="connsiteX6" fmla="*/ 65837 w 387439"/>
                <a:gd name="connsiteY6" fmla="*/ 76537 h 1641711"/>
                <a:gd name="connsiteX7" fmla="*/ 386561 w 387439"/>
                <a:gd name="connsiteY7" fmla="*/ 75504 h 1641711"/>
                <a:gd name="connsiteX8" fmla="*/ 384419 w 387439"/>
                <a:gd name="connsiteY8" fmla="*/ 0 h 1641711"/>
                <a:gd name="connsiteX0" fmla="*/ 400294 w 400294"/>
                <a:gd name="connsiteY0" fmla="*/ 0 h 1644886"/>
                <a:gd name="connsiteX1" fmla="*/ 0 w 400294"/>
                <a:gd name="connsiteY1" fmla="*/ 5316 h 1644886"/>
                <a:gd name="connsiteX2" fmla="*/ 0 w 400294"/>
                <a:gd name="connsiteY2" fmla="*/ 1644886 h 1644886"/>
                <a:gd name="connsiteX3" fmla="*/ 387439 w 400294"/>
                <a:gd name="connsiteY3" fmla="*/ 1644886 h 1644886"/>
                <a:gd name="connsiteX4" fmla="*/ 387365 w 400294"/>
                <a:gd name="connsiteY4" fmla="*/ 1566616 h 1644886"/>
                <a:gd name="connsiteX5" fmla="*/ 71154 w 400294"/>
                <a:gd name="connsiteY5" fmla="*/ 1569790 h 1644886"/>
                <a:gd name="connsiteX6" fmla="*/ 65837 w 400294"/>
                <a:gd name="connsiteY6" fmla="*/ 79712 h 1644886"/>
                <a:gd name="connsiteX7" fmla="*/ 386561 w 400294"/>
                <a:gd name="connsiteY7" fmla="*/ 78679 h 1644886"/>
                <a:gd name="connsiteX8" fmla="*/ 400294 w 400294"/>
                <a:gd name="connsiteY8" fmla="*/ 0 h 1644886"/>
                <a:gd name="connsiteX0" fmla="*/ 378069 w 387439"/>
                <a:gd name="connsiteY0" fmla="*/ 0 h 1641711"/>
                <a:gd name="connsiteX1" fmla="*/ 0 w 387439"/>
                <a:gd name="connsiteY1" fmla="*/ 2141 h 1641711"/>
                <a:gd name="connsiteX2" fmla="*/ 0 w 387439"/>
                <a:gd name="connsiteY2" fmla="*/ 1641711 h 1641711"/>
                <a:gd name="connsiteX3" fmla="*/ 387439 w 387439"/>
                <a:gd name="connsiteY3" fmla="*/ 1641711 h 1641711"/>
                <a:gd name="connsiteX4" fmla="*/ 387365 w 387439"/>
                <a:gd name="connsiteY4" fmla="*/ 1563441 h 1641711"/>
                <a:gd name="connsiteX5" fmla="*/ 71154 w 387439"/>
                <a:gd name="connsiteY5" fmla="*/ 1566615 h 1641711"/>
                <a:gd name="connsiteX6" fmla="*/ 65837 w 387439"/>
                <a:gd name="connsiteY6" fmla="*/ 76537 h 1641711"/>
                <a:gd name="connsiteX7" fmla="*/ 386561 w 387439"/>
                <a:gd name="connsiteY7" fmla="*/ 75504 h 1641711"/>
                <a:gd name="connsiteX8" fmla="*/ 378069 w 387439"/>
                <a:gd name="connsiteY8" fmla="*/ 0 h 1641711"/>
                <a:gd name="connsiteX0" fmla="*/ 384419 w 387439"/>
                <a:gd name="connsiteY0" fmla="*/ 0 h 1641711"/>
                <a:gd name="connsiteX1" fmla="*/ 0 w 387439"/>
                <a:gd name="connsiteY1" fmla="*/ 2141 h 1641711"/>
                <a:gd name="connsiteX2" fmla="*/ 0 w 387439"/>
                <a:gd name="connsiteY2" fmla="*/ 1641711 h 1641711"/>
                <a:gd name="connsiteX3" fmla="*/ 387439 w 387439"/>
                <a:gd name="connsiteY3" fmla="*/ 1641711 h 1641711"/>
                <a:gd name="connsiteX4" fmla="*/ 387365 w 387439"/>
                <a:gd name="connsiteY4" fmla="*/ 1563441 h 1641711"/>
                <a:gd name="connsiteX5" fmla="*/ 71154 w 387439"/>
                <a:gd name="connsiteY5" fmla="*/ 1566615 h 1641711"/>
                <a:gd name="connsiteX6" fmla="*/ 65837 w 387439"/>
                <a:gd name="connsiteY6" fmla="*/ 76537 h 1641711"/>
                <a:gd name="connsiteX7" fmla="*/ 386561 w 387439"/>
                <a:gd name="connsiteY7" fmla="*/ 75504 h 1641711"/>
                <a:gd name="connsiteX8" fmla="*/ 384419 w 387439"/>
                <a:gd name="connsiteY8" fmla="*/ 0 h 1641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7439" h="1641711">
                  <a:moveTo>
                    <a:pt x="384419" y="0"/>
                  </a:moveTo>
                  <a:lnTo>
                    <a:pt x="0" y="2141"/>
                  </a:lnTo>
                  <a:lnTo>
                    <a:pt x="0" y="1641711"/>
                  </a:lnTo>
                  <a:lnTo>
                    <a:pt x="387439" y="1641711"/>
                  </a:lnTo>
                  <a:cubicBezTo>
                    <a:pt x="387414" y="1615621"/>
                    <a:pt x="387390" y="1589531"/>
                    <a:pt x="387365" y="1563441"/>
                  </a:cubicBezTo>
                  <a:lnTo>
                    <a:pt x="71154" y="1566615"/>
                  </a:lnTo>
                  <a:cubicBezTo>
                    <a:pt x="68495" y="821576"/>
                    <a:pt x="68495" y="821576"/>
                    <a:pt x="65837" y="76537"/>
                  </a:cubicBezTo>
                  <a:lnTo>
                    <a:pt x="386561" y="75504"/>
                  </a:lnTo>
                  <a:lnTo>
                    <a:pt x="384419" y="0"/>
                  </a:lnTo>
                  <a:close/>
                </a:path>
              </a:pathLst>
            </a:cu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charset="0"/>
              </a:endParaRPr>
            </a:p>
          </p:txBody>
        </p:sp>
        <p:sp>
          <p:nvSpPr>
            <p:cNvPr id="29" name="Callout">
              <a:extLst>
                <a:ext uri="{FF2B5EF4-FFF2-40B4-BE49-F238E27FC236}">
                  <a16:creationId xmlns:a16="http://schemas.microsoft.com/office/drawing/2014/main" id="{FE95A61B-A17E-0131-487C-A684D2F60DD4}"/>
                </a:ext>
              </a:extLst>
            </p:cNvPr>
            <p:cNvSpPr txBox="1"/>
            <p:nvPr/>
          </p:nvSpPr>
          <p:spPr>
            <a:xfrm>
              <a:off x="8770167" y="5551944"/>
              <a:ext cx="1782161" cy="692497"/>
            </a:xfrm>
            <a:prstGeom prst="rect">
              <a:avLst/>
            </a:prstGeom>
            <a:noFill/>
            <a:ln>
              <a:noFill/>
            </a:ln>
          </p:spPr>
          <p:txBody>
            <a:bodyPr wrap="square" rtlCol="0">
              <a:spAutoFit/>
            </a:bodyPr>
            <a:lstStyle/>
            <a:p>
              <a:pPr algn="ctr"/>
              <a:r>
                <a:rPr lang="en-US" sz="1300" b="1" dirty="0">
                  <a:solidFill>
                    <a:schemeClr val="tx2"/>
                  </a:solidFill>
                  <a:latin typeface="Arial" charset="0"/>
                  <a:ea typeface="Arial" charset="0"/>
                  <a:cs typeface="Arial" charset="0"/>
                </a:rPr>
                <a:t>Note: </a:t>
              </a:r>
              <a:r>
                <a:rPr lang="en-US" sz="1300" dirty="0">
                  <a:solidFill>
                    <a:schemeClr val="tx2"/>
                  </a:solidFill>
                  <a:latin typeface="Arial" charset="0"/>
                  <a:ea typeface="Arial" charset="0"/>
                  <a:cs typeface="Arial" charset="0"/>
                </a:rPr>
                <a:t>neque in dignissim, and quet nis et umis varius.</a:t>
              </a:r>
            </a:p>
          </p:txBody>
        </p:sp>
      </p:grpSp>
      <p:cxnSp>
        <p:nvCxnSpPr>
          <p:cNvPr id="30" name="Straight Arrow - Solid">
            <a:extLst>
              <a:ext uri="{FF2B5EF4-FFF2-40B4-BE49-F238E27FC236}">
                <a16:creationId xmlns:a16="http://schemas.microsoft.com/office/drawing/2014/main" id="{E58E80D3-7C99-6F8B-B913-A957B942EAFC}"/>
              </a:ext>
              <a:ext uri="{C183D7F6-B498-43B3-948B-1728B52AA6E4}">
                <adec:decorative xmlns:adec="http://schemas.microsoft.com/office/drawing/2017/decorative" val="1"/>
              </a:ext>
            </a:extLst>
          </p:cNvPr>
          <p:cNvCxnSpPr/>
          <p:nvPr/>
        </p:nvCxnSpPr>
        <p:spPr>
          <a:xfrm flipV="1">
            <a:off x="5908491" y="6199913"/>
            <a:ext cx="2192755" cy="816"/>
          </a:xfrm>
          <a:prstGeom prst="straightConnector1">
            <a:avLst/>
          </a:prstGeom>
          <a:ln w="20320">
            <a:solidFill>
              <a:schemeClr val="tx2"/>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31" name="Straight Arrow - Solid">
            <a:extLst>
              <a:ext uri="{FF2B5EF4-FFF2-40B4-BE49-F238E27FC236}">
                <a16:creationId xmlns:a16="http://schemas.microsoft.com/office/drawing/2014/main" id="{EC702746-6EDD-1688-FEBC-E345C7F93935}"/>
              </a:ext>
              <a:ext uri="{C183D7F6-B498-43B3-948B-1728B52AA6E4}">
                <adec:decorative xmlns:adec="http://schemas.microsoft.com/office/drawing/2017/decorative" val="1"/>
              </a:ext>
            </a:extLst>
          </p:cNvPr>
          <p:cNvCxnSpPr/>
          <p:nvPr/>
        </p:nvCxnSpPr>
        <p:spPr>
          <a:xfrm>
            <a:off x="5864041" y="5859812"/>
            <a:ext cx="2240280" cy="11139"/>
          </a:xfrm>
          <a:prstGeom prst="straightConnector1">
            <a:avLst/>
          </a:prstGeom>
          <a:ln w="20320">
            <a:solidFill>
              <a:schemeClr val="tx2"/>
            </a:solidFill>
            <a:headEnd type="arrow"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32" name="Straight Arrow - Solid">
            <a:extLst>
              <a:ext uri="{FF2B5EF4-FFF2-40B4-BE49-F238E27FC236}">
                <a16:creationId xmlns:a16="http://schemas.microsoft.com/office/drawing/2014/main" id="{5F162242-5D33-BB6D-A3D4-429C138CEA9F}"/>
              </a:ext>
              <a:ext uri="{C183D7F6-B498-43B3-948B-1728B52AA6E4}">
                <adec:decorative xmlns:adec="http://schemas.microsoft.com/office/drawing/2017/decorative" val="1"/>
              </a:ext>
            </a:extLst>
          </p:cNvPr>
          <p:cNvCxnSpPr/>
          <p:nvPr/>
        </p:nvCxnSpPr>
        <p:spPr>
          <a:xfrm>
            <a:off x="5864041" y="5530034"/>
            <a:ext cx="2265680" cy="816"/>
          </a:xfrm>
          <a:prstGeom prst="straightConnector1">
            <a:avLst/>
          </a:prstGeom>
          <a:ln w="20320">
            <a:solidFill>
              <a:schemeClr val="tx2"/>
            </a:solidFill>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33" name="Straight Arrow - Dashed">
            <a:extLst>
              <a:ext uri="{FF2B5EF4-FFF2-40B4-BE49-F238E27FC236}">
                <a16:creationId xmlns:a16="http://schemas.microsoft.com/office/drawing/2014/main" id="{1EC2E0C6-8BE9-D7C6-CF0B-96899F6C5F42}"/>
              </a:ext>
              <a:ext uri="{C183D7F6-B498-43B3-948B-1728B52AA6E4}">
                <adec:decorative xmlns:adec="http://schemas.microsoft.com/office/drawing/2017/decorative" val="1"/>
              </a:ext>
            </a:extLst>
          </p:cNvPr>
          <p:cNvCxnSpPr/>
          <p:nvPr/>
        </p:nvCxnSpPr>
        <p:spPr>
          <a:xfrm flipV="1">
            <a:off x="5946675" y="4876409"/>
            <a:ext cx="2183046" cy="1802"/>
          </a:xfrm>
          <a:prstGeom prst="straightConnector1">
            <a:avLst/>
          </a:prstGeom>
          <a:ln w="20320">
            <a:solidFill>
              <a:schemeClr val="tx2"/>
            </a:solidFill>
            <a:prstDash val="dash"/>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34" name="Straight Arrow - Dashed">
            <a:extLst>
              <a:ext uri="{FF2B5EF4-FFF2-40B4-BE49-F238E27FC236}">
                <a16:creationId xmlns:a16="http://schemas.microsoft.com/office/drawing/2014/main" id="{5CEE5DC9-40CC-1FBC-8CC3-1BC9D8CDED44}"/>
              </a:ext>
              <a:ext uri="{C183D7F6-B498-43B3-948B-1728B52AA6E4}">
                <adec:decorative xmlns:adec="http://schemas.microsoft.com/office/drawing/2017/decorative" val="1"/>
              </a:ext>
            </a:extLst>
          </p:cNvPr>
          <p:cNvCxnSpPr/>
          <p:nvPr/>
        </p:nvCxnSpPr>
        <p:spPr>
          <a:xfrm>
            <a:off x="5892516" y="4546869"/>
            <a:ext cx="2237205" cy="0"/>
          </a:xfrm>
          <a:prstGeom prst="straightConnector1">
            <a:avLst/>
          </a:prstGeom>
          <a:ln w="20320">
            <a:solidFill>
              <a:schemeClr val="tx2"/>
            </a:solidFill>
            <a:prstDash val="dash"/>
            <a:headEnd type="arrow"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35" name="Straight Arrow - Dashed">
            <a:extLst>
              <a:ext uri="{FF2B5EF4-FFF2-40B4-BE49-F238E27FC236}">
                <a16:creationId xmlns:a16="http://schemas.microsoft.com/office/drawing/2014/main" id="{7545D3B2-0C3C-E800-EDA0-4D7A0E13C9E1}"/>
              </a:ext>
              <a:ext uri="{C183D7F6-B498-43B3-948B-1728B52AA6E4}">
                <adec:decorative xmlns:adec="http://schemas.microsoft.com/office/drawing/2017/decorative" val="1"/>
              </a:ext>
            </a:extLst>
          </p:cNvPr>
          <p:cNvCxnSpPr/>
          <p:nvPr/>
        </p:nvCxnSpPr>
        <p:spPr>
          <a:xfrm>
            <a:off x="5917916" y="4215583"/>
            <a:ext cx="2240280" cy="0"/>
          </a:xfrm>
          <a:prstGeom prst="straightConnector1">
            <a:avLst/>
          </a:prstGeom>
          <a:ln w="20320">
            <a:solidFill>
              <a:schemeClr val="tx2"/>
            </a:solidFill>
            <a:prstDash val="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sp>
        <p:nvSpPr>
          <p:cNvPr id="44" name="Slide Number Placeholder 43">
            <a:extLst>
              <a:ext uri="{FF2B5EF4-FFF2-40B4-BE49-F238E27FC236}">
                <a16:creationId xmlns:a16="http://schemas.microsoft.com/office/drawing/2014/main" id="{9A6FC13C-E864-CAC2-1B9A-4E12FB0832CB}"/>
              </a:ext>
              <a:ext uri="{C183D7F6-B498-43B3-948B-1728B52AA6E4}">
                <adec:decorative xmlns:adec="http://schemas.microsoft.com/office/drawing/2017/decorative" val="0"/>
              </a:ext>
            </a:extLst>
          </p:cNvPr>
          <p:cNvSpPr>
            <a:spLocks noGrp="1"/>
          </p:cNvSpPr>
          <p:nvPr>
            <p:ph type="sldNum" sz="quarter" idx="12"/>
          </p:nvPr>
        </p:nvSpPr>
        <p:spPr>
          <a:xfrm>
            <a:off x="11107580" y="6206038"/>
            <a:ext cx="692856" cy="365125"/>
          </a:xfrm>
        </p:spPr>
        <p:txBody>
          <a:bodyPr/>
          <a:lstStyle/>
          <a:p>
            <a:fld id="{7B670C77-F8D5-0D45-BCC6-7287AA83D132}" type="slidenum">
              <a:rPr lang="en-US" smtClean="0"/>
              <a:pPr/>
              <a:t>14</a:t>
            </a:fld>
            <a:endParaRPr lang="en-US"/>
          </a:p>
        </p:txBody>
      </p:sp>
    </p:spTree>
    <p:extLst>
      <p:ext uri="{BB962C8B-B14F-4D97-AF65-F5344CB8AC3E}">
        <p14:creationId xmlns:p14="http://schemas.microsoft.com/office/powerpoint/2010/main" val="16026885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EA57B7-853A-D61E-4944-575256840301}"/>
              </a:ext>
            </a:extLst>
          </p:cNvPr>
          <p:cNvSpPr>
            <a:spLocks noGrp="1"/>
          </p:cNvSpPr>
          <p:nvPr>
            <p:ph type="title"/>
          </p:nvPr>
        </p:nvSpPr>
        <p:spPr>
          <a:xfrm>
            <a:off x="394208" y="1433506"/>
            <a:ext cx="10515600" cy="868680"/>
          </a:xfrm>
        </p:spPr>
        <p:txBody>
          <a:bodyPr/>
          <a:lstStyle/>
          <a:p>
            <a:r>
              <a:rPr lang="en-US" dirty="0"/>
              <a:t>Accessibility Tips</a:t>
            </a:r>
          </a:p>
        </p:txBody>
      </p:sp>
      <p:sp>
        <p:nvSpPr>
          <p:cNvPr id="3" name="Content Placeholder 2">
            <a:extLst>
              <a:ext uri="{FF2B5EF4-FFF2-40B4-BE49-F238E27FC236}">
                <a16:creationId xmlns:a16="http://schemas.microsoft.com/office/drawing/2014/main" id="{4FD30585-2EE0-820A-7C57-B9C19AEA5DB0}"/>
              </a:ext>
            </a:extLst>
          </p:cNvPr>
          <p:cNvSpPr>
            <a:spLocks noGrp="1"/>
          </p:cNvSpPr>
          <p:nvPr>
            <p:ph idx="1"/>
          </p:nvPr>
        </p:nvSpPr>
        <p:spPr>
          <a:xfrm>
            <a:off x="394208" y="2451872"/>
            <a:ext cx="10515600" cy="4048171"/>
          </a:xfrm>
        </p:spPr>
        <p:txBody>
          <a:bodyPr/>
          <a:lstStyle/>
          <a:p>
            <a:r>
              <a:rPr lang="en-US" b="1" dirty="0"/>
              <a:t>Alternative Text for Image</a:t>
            </a:r>
            <a:r>
              <a:rPr lang="en-US" dirty="0"/>
              <a:t>s. Include alternative text for all visual content. Visual content includes pictures, SmartArt graphics, shapes, groups, charts, embedded objects, ink and videos. Alt text ensures that users with visual impairments will have access to information conveyed by these visuals.</a:t>
            </a:r>
          </a:p>
          <a:p>
            <a:r>
              <a:rPr lang="en-US" b="1" dirty="0"/>
              <a:t>Slide Titles. </a:t>
            </a:r>
            <a:r>
              <a:rPr lang="en-US" dirty="0"/>
              <a:t>Give every slide a unique title. This will help people who use screen reading technology navigate your presentation.</a:t>
            </a:r>
          </a:p>
          <a:p>
            <a:r>
              <a:rPr lang="en-US" b="1" dirty="0"/>
              <a:t>Video and Audio Files. </a:t>
            </a:r>
            <a:r>
              <a:rPr lang="en-US" dirty="0"/>
              <a:t>Make all videos accessible to both visually impaired and hearing-impaired users. Video files should be captioned. Audio files should include a transcript.</a:t>
            </a:r>
          </a:p>
          <a:p>
            <a:endParaRPr lang="en-US" dirty="0"/>
          </a:p>
        </p:txBody>
      </p:sp>
      <p:sp>
        <p:nvSpPr>
          <p:cNvPr id="4" name="Slide Number Placeholder 3">
            <a:extLst>
              <a:ext uri="{FF2B5EF4-FFF2-40B4-BE49-F238E27FC236}">
                <a16:creationId xmlns:a16="http://schemas.microsoft.com/office/drawing/2014/main" id="{EA04E2B5-6BDD-8739-74B4-94BC77C8FDCF}"/>
              </a:ext>
            </a:extLst>
          </p:cNvPr>
          <p:cNvSpPr>
            <a:spLocks noGrp="1"/>
          </p:cNvSpPr>
          <p:nvPr>
            <p:ph type="sldNum" sz="quarter" idx="12"/>
          </p:nvPr>
        </p:nvSpPr>
        <p:spPr>
          <a:xfrm>
            <a:off x="11107580" y="6206038"/>
            <a:ext cx="692856" cy="365125"/>
          </a:xfrm>
        </p:spPr>
        <p:txBody>
          <a:bodyPr/>
          <a:lstStyle/>
          <a:p>
            <a:fld id="{7B670C77-F8D5-0D45-BCC6-7287AA83D132}" type="slidenum">
              <a:rPr lang="en-US" smtClean="0"/>
              <a:pPr/>
              <a:t>15</a:t>
            </a:fld>
            <a:endParaRPr lang="en-US"/>
          </a:p>
        </p:txBody>
      </p:sp>
    </p:spTree>
    <p:extLst>
      <p:ext uri="{BB962C8B-B14F-4D97-AF65-F5344CB8AC3E}">
        <p14:creationId xmlns:p14="http://schemas.microsoft.com/office/powerpoint/2010/main" val="40365919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DCF09D-DD0C-95F0-1236-14FAF5B47B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2C0C3C-6111-2FA2-FC67-34459D41D1DF}"/>
              </a:ext>
            </a:extLst>
          </p:cNvPr>
          <p:cNvSpPr>
            <a:spLocks noGrp="1"/>
          </p:cNvSpPr>
          <p:nvPr>
            <p:ph type="title"/>
          </p:nvPr>
        </p:nvSpPr>
        <p:spPr>
          <a:xfrm>
            <a:off x="394208" y="1433506"/>
            <a:ext cx="10515600" cy="868680"/>
          </a:xfrm>
        </p:spPr>
        <p:txBody>
          <a:bodyPr/>
          <a:lstStyle/>
          <a:p>
            <a:r>
              <a:rPr lang="en-US" dirty="0"/>
              <a:t>Accessibility Tips (continued)</a:t>
            </a:r>
          </a:p>
        </p:txBody>
      </p:sp>
      <p:sp>
        <p:nvSpPr>
          <p:cNvPr id="3" name="Content Placeholder 2">
            <a:extLst>
              <a:ext uri="{FF2B5EF4-FFF2-40B4-BE49-F238E27FC236}">
                <a16:creationId xmlns:a16="http://schemas.microsoft.com/office/drawing/2014/main" id="{8F2FF422-FA98-624D-D18F-19787647DCC9}"/>
              </a:ext>
            </a:extLst>
          </p:cNvPr>
          <p:cNvSpPr>
            <a:spLocks noGrp="1"/>
          </p:cNvSpPr>
          <p:nvPr>
            <p:ph idx="1"/>
          </p:nvPr>
        </p:nvSpPr>
        <p:spPr>
          <a:xfrm>
            <a:off x="393700" y="2451100"/>
            <a:ext cx="9947729" cy="4049713"/>
          </a:xfrm>
        </p:spPr>
        <p:txBody>
          <a:bodyPr/>
          <a:lstStyle/>
          <a:p>
            <a:r>
              <a:rPr lang="en-US" b="1" dirty="0"/>
              <a:t>Slide Reading Order. </a:t>
            </a:r>
            <a:r>
              <a:rPr lang="en-US" dirty="0"/>
              <a:t>Because screen readers read slides in a certain order, it is important to arrange your slide contents so that they’re read in the order you intend. If your slide includes multiple elements (e.g., text boxes, images, graphs, etc.), use the Arrange tool to order the elements in a sequence that will be intelligible to a screen reader. Please note that the bottom item listed in the Arrange panel is read first; the first item is read last.</a:t>
            </a:r>
          </a:p>
          <a:p>
            <a:r>
              <a:rPr lang="en-US" b="1" dirty="0"/>
              <a:t>Charts and Graphs. </a:t>
            </a:r>
            <a:r>
              <a:rPr lang="en-US" dirty="0"/>
              <a:t>If you are using charts or graphs, make sure the formatting is accessible. Always include extended descriptions for graphs, tables and charts. When including tables, use a simple table structure and specify the column header information. Do not rely on color alone to convey information. </a:t>
            </a:r>
          </a:p>
          <a:p>
            <a:endParaRPr lang="en-US" dirty="0"/>
          </a:p>
          <a:p>
            <a:endParaRPr lang="en-US" dirty="0"/>
          </a:p>
        </p:txBody>
      </p:sp>
      <p:sp>
        <p:nvSpPr>
          <p:cNvPr id="4" name="Slide Number Placeholder 3">
            <a:extLst>
              <a:ext uri="{FF2B5EF4-FFF2-40B4-BE49-F238E27FC236}">
                <a16:creationId xmlns:a16="http://schemas.microsoft.com/office/drawing/2014/main" id="{6FA0231B-1561-D5E5-2BF3-A7668090E0E7}"/>
              </a:ext>
            </a:extLst>
          </p:cNvPr>
          <p:cNvSpPr>
            <a:spLocks noGrp="1"/>
          </p:cNvSpPr>
          <p:nvPr>
            <p:ph type="sldNum" sz="quarter" idx="12"/>
          </p:nvPr>
        </p:nvSpPr>
        <p:spPr>
          <a:xfrm>
            <a:off x="11107580" y="6206038"/>
            <a:ext cx="692856" cy="365125"/>
          </a:xfrm>
        </p:spPr>
        <p:txBody>
          <a:bodyPr/>
          <a:lstStyle/>
          <a:p>
            <a:fld id="{7B670C77-F8D5-0D45-BCC6-7287AA83D132}" type="slidenum">
              <a:rPr lang="en-US" smtClean="0"/>
              <a:pPr/>
              <a:t>16</a:t>
            </a:fld>
            <a:endParaRPr lang="en-US"/>
          </a:p>
        </p:txBody>
      </p:sp>
    </p:spTree>
    <p:extLst>
      <p:ext uri="{BB962C8B-B14F-4D97-AF65-F5344CB8AC3E}">
        <p14:creationId xmlns:p14="http://schemas.microsoft.com/office/powerpoint/2010/main" val="12854475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D14E12-3563-2E03-6DFB-3E3067CC86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E5DE1F-D985-CEAF-E48A-C9DE0AC323E1}"/>
              </a:ext>
            </a:extLst>
          </p:cNvPr>
          <p:cNvSpPr>
            <a:spLocks noGrp="1"/>
          </p:cNvSpPr>
          <p:nvPr>
            <p:ph type="title"/>
          </p:nvPr>
        </p:nvSpPr>
        <p:spPr>
          <a:xfrm>
            <a:off x="394208" y="1433506"/>
            <a:ext cx="10515600" cy="868680"/>
          </a:xfrm>
        </p:spPr>
        <p:txBody>
          <a:bodyPr/>
          <a:lstStyle/>
          <a:p>
            <a:r>
              <a:rPr lang="en-US" dirty="0"/>
              <a:t>Accessibility Tips (continued again) </a:t>
            </a:r>
          </a:p>
        </p:txBody>
      </p:sp>
      <p:sp>
        <p:nvSpPr>
          <p:cNvPr id="3" name="Content Placeholder 2">
            <a:extLst>
              <a:ext uri="{FF2B5EF4-FFF2-40B4-BE49-F238E27FC236}">
                <a16:creationId xmlns:a16="http://schemas.microsoft.com/office/drawing/2014/main" id="{8519D444-8FC2-635D-66FE-9018AC2ED7B2}"/>
              </a:ext>
            </a:extLst>
          </p:cNvPr>
          <p:cNvSpPr>
            <a:spLocks noGrp="1"/>
          </p:cNvSpPr>
          <p:nvPr>
            <p:ph idx="1"/>
          </p:nvPr>
        </p:nvSpPr>
        <p:spPr>
          <a:xfrm>
            <a:off x="393700" y="2451100"/>
            <a:ext cx="10056586" cy="4049713"/>
          </a:xfrm>
        </p:spPr>
        <p:txBody>
          <a:bodyPr/>
          <a:lstStyle/>
          <a:p>
            <a:r>
              <a:rPr lang="en-US" b="1" dirty="0"/>
              <a:t>Color Contrast. </a:t>
            </a:r>
            <a:r>
              <a:rPr lang="en-US" dirty="0"/>
              <a:t>Make sure there is enough contrast between text and background colors so everyone can read your slides easily. Low contrast (such as light gray text on a white background) can make content difficult to read for many viewers.</a:t>
            </a:r>
            <a:endParaRPr lang="en-US" b="1" dirty="0"/>
          </a:p>
          <a:p>
            <a:r>
              <a:rPr lang="en-US" b="1" dirty="0"/>
              <a:t>Accessibility Checker. </a:t>
            </a:r>
            <a:r>
              <a:rPr lang="en-US" dirty="0"/>
              <a:t>Use the built-in PowerPoint accessibility checker to help verify that your presentation is accessible. PowerPoint’s accessibility checker can be used to find common errors such as missing ALT text, duplicate slide titles and other accessibility issues in a PowerPoint document.</a:t>
            </a:r>
          </a:p>
          <a:p>
            <a:pPr marL="0" indent="0">
              <a:buNone/>
            </a:pPr>
            <a:r>
              <a:rPr lang="en-US" i="1" dirty="0"/>
              <a:t>For more information and tips on making your presentation accessible, please visit </a:t>
            </a:r>
            <a:r>
              <a:rPr lang="en-US" i="1" dirty="0">
                <a:hlinkClick r:id="rId2"/>
              </a:rPr>
              <a:t>Microsoft Office PowerPoint Accessibility webpage</a:t>
            </a:r>
            <a:r>
              <a:rPr lang="en-US" i="1" dirty="0"/>
              <a:t>.</a:t>
            </a:r>
          </a:p>
          <a:p>
            <a:endParaRPr lang="en-US" dirty="0"/>
          </a:p>
          <a:p>
            <a:endParaRPr lang="en-US" dirty="0"/>
          </a:p>
        </p:txBody>
      </p:sp>
      <p:sp>
        <p:nvSpPr>
          <p:cNvPr id="4" name="Slide Number Placeholder 3">
            <a:extLst>
              <a:ext uri="{FF2B5EF4-FFF2-40B4-BE49-F238E27FC236}">
                <a16:creationId xmlns:a16="http://schemas.microsoft.com/office/drawing/2014/main" id="{4BF4E1FC-9A05-ECC2-CC35-F2B83FB084E5}"/>
              </a:ext>
            </a:extLst>
          </p:cNvPr>
          <p:cNvSpPr>
            <a:spLocks noGrp="1"/>
          </p:cNvSpPr>
          <p:nvPr>
            <p:ph type="sldNum" sz="quarter" idx="12"/>
          </p:nvPr>
        </p:nvSpPr>
        <p:spPr>
          <a:xfrm>
            <a:off x="11107580" y="6206038"/>
            <a:ext cx="692856" cy="365125"/>
          </a:xfrm>
        </p:spPr>
        <p:txBody>
          <a:bodyPr/>
          <a:lstStyle/>
          <a:p>
            <a:fld id="{7B670C77-F8D5-0D45-BCC6-7287AA83D132}" type="slidenum">
              <a:rPr lang="en-US" smtClean="0"/>
              <a:pPr/>
              <a:t>17</a:t>
            </a:fld>
            <a:endParaRPr lang="en-US"/>
          </a:p>
        </p:txBody>
      </p:sp>
    </p:spTree>
    <p:extLst>
      <p:ext uri="{BB962C8B-B14F-4D97-AF65-F5344CB8AC3E}">
        <p14:creationId xmlns:p14="http://schemas.microsoft.com/office/powerpoint/2010/main" val="1567970453"/>
      </p:ext>
    </p:extLst>
  </p:cSld>
  <p:clrMapOvr>
    <a:masterClrMapping/>
  </p:clrMapOvr>
</p:sld>
</file>

<file path=ppt/theme/theme1.xml><?xml version="1.0" encoding="utf-8"?>
<a:theme xmlns:a="http://schemas.openxmlformats.org/drawingml/2006/main" name="UB Unit Presentation Template">
  <a:themeElements>
    <a:clrScheme name="UB Brand Colors">
      <a:dk1>
        <a:srgbClr val="FFFFFF"/>
      </a:dk1>
      <a:lt1>
        <a:srgbClr val="4D4D4D"/>
      </a:lt1>
      <a:dk2>
        <a:srgbClr val="FFFFFF"/>
      </a:dk2>
      <a:lt2>
        <a:srgbClr val="005BBB"/>
      </a:lt2>
      <a:accent1>
        <a:srgbClr val="005BBB"/>
      </a:accent1>
      <a:accent2>
        <a:srgbClr val="2F9FD0"/>
      </a:accent2>
      <a:accent3>
        <a:srgbClr val="E56954"/>
      </a:accent3>
      <a:accent4>
        <a:srgbClr val="002F56"/>
      </a:accent4>
      <a:accent5>
        <a:srgbClr val="E3E3E3"/>
      </a:accent5>
      <a:accent6>
        <a:srgbClr val="006570"/>
      </a:accent6>
      <a:hlink>
        <a:srgbClr val="005BBB"/>
      </a:hlink>
      <a:folHlink>
        <a:srgbClr val="2F9FD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761</TotalTime>
  <Words>1069</Words>
  <Application>Microsoft Macintosh PowerPoint</Application>
  <PresentationFormat>Widescreen</PresentationFormat>
  <Paragraphs>127</Paragraphs>
  <Slides>17</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Aptos</vt:lpstr>
      <vt:lpstr>Arial</vt:lpstr>
      <vt:lpstr>Georgia</vt:lpstr>
      <vt:lpstr>System Font Regular</vt:lpstr>
      <vt:lpstr>UB Unit Presentation Template</vt:lpstr>
      <vt:lpstr>Presentation Title</vt:lpstr>
      <vt:lpstr>Divider Slide Title</vt:lpstr>
      <vt:lpstr>Title and 1-Column Content</vt:lpstr>
      <vt:lpstr>Title and 2-Column Content</vt:lpstr>
      <vt:lpstr>Title and 1-Column Bulleted List</vt:lpstr>
      <vt:lpstr>Title and 1-Column Bulleted List (no crest)</vt:lpstr>
      <vt:lpstr>Title and 2-Column Bulleted List</vt:lpstr>
      <vt:lpstr>Title, Sub-title and 1-Column Bulleted List</vt:lpstr>
      <vt:lpstr>Title, Sub-title and 2-Column Bulleted List</vt:lpstr>
      <vt:lpstr>Title, Content and Graph</vt:lpstr>
      <vt:lpstr>Title, Content and Photo</vt:lpstr>
      <vt:lpstr>Title, Content and Photos</vt:lpstr>
      <vt:lpstr>Full-width Photo</vt:lpstr>
      <vt:lpstr>Graphic Elements</vt:lpstr>
      <vt:lpstr>Accessibility Tips</vt:lpstr>
      <vt:lpstr>Accessibility Tips (continued)</vt:lpstr>
      <vt:lpstr>Accessibility Tips (continued again) </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UB Master Brand Presentation Template</dc:title>
  <dc:subject/>
  <dc:creator>University at Buffalo</dc:creator>
  <cp:keywords/>
  <dc:description/>
  <cp:lastModifiedBy>Richard Klingensmith</cp:lastModifiedBy>
  <cp:revision>72</cp:revision>
  <dcterms:created xsi:type="dcterms:W3CDTF">2026-02-26T21:32:20Z</dcterms:created>
  <dcterms:modified xsi:type="dcterms:W3CDTF">2026-03-10T15:21:42Z</dcterms:modified>
  <cp:category/>
</cp:coreProperties>
</file>