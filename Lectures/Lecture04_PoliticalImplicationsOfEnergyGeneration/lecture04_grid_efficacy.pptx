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Lst>
  <p:notesMasterIdLst>
    <p:notesMasterId r:id="rId8"/>
  </p:notesMasterIdLst>
  <p:sldIdLst>
    <p:sldId id="344" r:id="rId2"/>
    <p:sldId id="348" r:id="rId3"/>
    <p:sldId id="355" r:id="rId4"/>
    <p:sldId id="364" r:id="rId5"/>
    <p:sldId id="363" r:id="rId6"/>
    <p:sldId id="297" r:id="rId7"/>
  </p:sldIdLst>
  <p:sldSz cx="13004800" cy="97536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3C0FC">
              <a:alpha val="26000"/>
            </a:srgbClr>
          </a:solidFill>
        </a:fill>
      </a:tcStyle>
    </a:band2H>
    <a:firstCol>
      <a:tcTxStyle b="off" i="off">
        <a:fontRef idx="minor">
          <a:srgbClr val="FFFFFF"/>
        </a:fontRef>
        <a:srgbClr val="FFFFFF"/>
      </a:tcTxStyle>
      <a:tcStyle>
        <a:tcBdr>
          <a:left>
            <a:ln w="12700" cap="flat">
              <a:solidFill>
                <a:srgbClr val="D6D6D6"/>
              </a:solidFill>
              <a:prstDash val="solid"/>
              <a:miter lim="400000"/>
            </a:ln>
          </a:left>
          <a:right>
            <a:ln w="254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hueOff val="-136794"/>
              <a:satOff val="-2150"/>
              <a:lumOff val="15693"/>
            </a:schemeClr>
          </a:solidFill>
        </a:fill>
      </a:tcStyle>
    </a:firstCol>
    <a:lastRow>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25400" cap="flat">
              <a:solidFill>
                <a:srgbClr val="D6D7D6"/>
              </a:solidFill>
              <a:prstDash val="solid"/>
              <a:miter lim="400000"/>
            </a:ln>
          </a:top>
          <a:bottom>
            <a:ln w="12700" cap="flat">
              <a:solidFill>
                <a:srgbClr val="D6D6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solidFill>
        </a:fill>
      </a:tcStyle>
    </a:lastRow>
    <a:firstRow>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6D6"/>
              </a:solidFill>
              <a:prstDash val="solid"/>
              <a:miter lim="400000"/>
            </a:ln>
          </a:top>
          <a:bottom>
            <a:ln w="254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solidFill>
        </a:fill>
      </a:tcStyle>
    </a:firstRow>
  </a:tblStyle>
  <a:tblStyle styleId="{C7B018BB-80A7-4F77-B60F-C8B233D01FF8}" styleName="">
    <a:tblBg/>
    <a:wholeTbl>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noFill/>
        </a:fill>
      </a:tcStyle>
    </a:wholeTbl>
    <a:band2H>
      <a:tcTxStyle/>
      <a:tcStyle>
        <a:tcBdr/>
        <a:fill>
          <a:solidFill>
            <a:srgbClr val="8EA5CB">
              <a:alpha val="25000"/>
            </a:srgbClr>
          </a:solidFill>
        </a:fill>
      </a:tcStyle>
    </a:band2H>
    <a:firstCol>
      <a:tcTxStyle b="off" i="off">
        <a:fontRef idx="minor">
          <a:srgbClr val="FFFFFF"/>
        </a:fontRef>
        <a:srgbClr val="FFFFFF"/>
      </a:tcTxStyle>
      <a:tcStyle>
        <a:tcBdr>
          <a:left>
            <a:ln w="12700" cap="flat">
              <a:noFill/>
              <a:miter lim="400000"/>
            </a:ln>
          </a:left>
          <a:right>
            <a:ln w="25400" cap="flat">
              <a:solidFill>
                <a:srgbClr val="929292"/>
              </a:solidFill>
              <a:prstDash val="solid"/>
              <a:miter lim="400000"/>
            </a:ln>
          </a:right>
          <a:top>
            <a:ln w="25400" cap="flat">
              <a:solidFill>
                <a:srgbClr val="929292"/>
              </a:solidFill>
              <a:prstDash val="solid"/>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solidFill>
            <a:srgbClr val="53585F"/>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929292"/>
              </a:solidFill>
              <a:prstDash val="solid"/>
              <a:miter lim="400000"/>
            </a:ln>
          </a:insideH>
          <a:insideV>
            <a:ln w="12700" cap="flat">
              <a:noFill/>
              <a:miter lim="400000"/>
            </a:ln>
          </a:insideV>
        </a:tcBdr>
        <a:fill>
          <a:solidFill>
            <a:srgbClr val="004CB9"/>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929292"/>
              </a:solidFill>
              <a:prstDash val="solid"/>
              <a:miter lim="400000"/>
            </a:ln>
          </a:insideH>
          <a:insideV>
            <a:ln w="12700" cap="flat">
              <a:noFill/>
              <a:miter lim="400000"/>
            </a:ln>
          </a:insideV>
        </a:tcBdr>
        <a:fill>
          <a:solidFill>
            <a:srgbClr val="004CB9"/>
          </a:solidFill>
        </a:fill>
      </a:tcStyle>
    </a:firstRow>
  </a:tblStyle>
  <a:tblStyle styleId="{EEE7283C-3CF3-47DC-8721-378D4A62B228}" styleName="">
    <a:tblBg/>
    <a:wholeTbl>
      <a:tcTxStyle b="off" i="off">
        <a:fontRef idx="minor">
          <a:srgbClr val="FFFFFF"/>
        </a:fontRef>
        <a:srgbClr val="FFFFFF"/>
      </a:tcTxStyle>
      <a:tcStyle>
        <a:tcBdr>
          <a:left>
            <a:ln w="12700" cap="flat">
              <a:solidFill>
                <a:srgbClr val="AAAAAA"/>
              </a:solidFill>
              <a:prstDash val="solid"/>
              <a:miter lim="400000"/>
            </a:ln>
          </a:left>
          <a:right>
            <a:ln w="12700" cap="flat">
              <a:solidFill>
                <a:srgbClr val="AAAAAA"/>
              </a:solidFill>
              <a:prstDash val="solid"/>
              <a:miter lim="400000"/>
            </a:ln>
          </a:right>
          <a:top>
            <a:ln w="12700" cap="flat">
              <a:solidFill>
                <a:srgbClr val="AAAAAA"/>
              </a:solidFill>
              <a:prstDash val="solid"/>
              <a:miter lim="400000"/>
            </a:ln>
          </a:top>
          <a:bottom>
            <a:ln w="12700" cap="flat">
              <a:solidFill>
                <a:srgbClr val="AAAAAA"/>
              </a:solidFill>
              <a:prstDash val="solid"/>
              <a:miter lim="400000"/>
            </a:ln>
          </a:bottom>
          <a:insideH>
            <a:ln w="12700" cap="flat">
              <a:solidFill>
                <a:srgbClr val="AAAAAA"/>
              </a:solidFill>
              <a:prstDash val="solid"/>
              <a:miter lim="400000"/>
            </a:ln>
          </a:insideH>
          <a:insideV>
            <a:ln w="12700" cap="flat">
              <a:solidFill>
                <a:srgbClr val="AAAAAA"/>
              </a:solidFill>
              <a:prstDash val="solid"/>
              <a:miter lim="400000"/>
            </a:ln>
          </a:insideV>
        </a:tcBdr>
        <a:fill>
          <a:noFill/>
        </a:fill>
      </a:tcStyle>
    </a:wholeTbl>
    <a:band2H>
      <a:tcTxStyle/>
      <a:tcStyle>
        <a:tcBdr/>
        <a:fill>
          <a:solidFill>
            <a:schemeClr val="accent3">
              <a:alpha val="35000"/>
            </a:scheme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25400" cap="flat">
              <a:solidFill>
                <a:srgbClr val="CBCBCB"/>
              </a:solidFill>
              <a:prstDash val="solid"/>
              <a:miter lim="400000"/>
            </a:ln>
          </a:insideV>
        </a:tcBdr>
        <a:fill>
          <a:solidFill>
            <a:srgbClr val="2D7132"/>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CBCBCB"/>
              </a:solidFill>
              <a:prstDash val="solid"/>
              <a:miter lim="400000"/>
            </a:ln>
          </a:insideH>
          <a:insideV>
            <a:ln w="12700" cap="flat">
              <a:noFill/>
              <a:miter lim="400000"/>
            </a:ln>
          </a:insideV>
        </a:tcBdr>
        <a:fill>
          <a:solidFill>
            <a:schemeClr val="accent3"/>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0" cap="flat">
              <a:noFill/>
              <a:miter lim="400000"/>
            </a:ln>
          </a:bottom>
          <a:insideH>
            <a:ln w="25400" cap="flat">
              <a:solidFill>
                <a:srgbClr val="CBCBCB"/>
              </a:solidFill>
              <a:prstDash val="solid"/>
              <a:miter lim="400000"/>
            </a:ln>
          </a:insideH>
          <a:insideV>
            <a:ln w="12700" cap="flat">
              <a:noFill/>
              <a:miter lim="400000"/>
            </a:ln>
          </a:insideV>
        </a:tcBdr>
        <a:fill>
          <a:solidFill>
            <a:schemeClr val="accent3"/>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25400" cap="flat">
              <a:solidFill>
                <a:srgbClr val="D6D7D6"/>
              </a:solidFill>
              <a:prstDash val="solid"/>
              <a:miter lim="400000"/>
            </a:ln>
          </a:insideV>
        </a:tcBdr>
        <a:fill>
          <a:solidFill>
            <a:srgbClr val="BF630E"/>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9B4407"/>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9B4407"/>
          </a:solidFill>
        </a:fill>
      </a:tcStyle>
    </a:firstRow>
  </a:tblStyle>
  <a:tblStyle styleId="{33BA23B1-9221-436E-865A-0063620EA4FD}" styleName="">
    <a:tblBg/>
    <a:wholeTbl>
      <a:tcTxStyle b="off" i="off">
        <a:fontRef idx="minor">
          <a:srgbClr val="FFFFFF"/>
        </a:fontRef>
        <a:srgbClr val="FFFFFF"/>
      </a:tcTxStyle>
      <a:tcStyle>
        <a:tcBdr>
          <a:left>
            <a:ln w="12700" cap="flat">
              <a:solidFill>
                <a:srgbClr val="909090"/>
              </a:solidFill>
              <a:prstDash val="solid"/>
              <a:miter lim="400000"/>
            </a:ln>
          </a:left>
          <a:right>
            <a:ln w="12700" cap="flat">
              <a:solidFill>
                <a:srgbClr val="909090"/>
              </a:solidFill>
              <a:prstDash val="solid"/>
              <a:miter lim="400000"/>
            </a:ln>
          </a:right>
          <a:top>
            <a:ln w="12700" cap="flat">
              <a:solidFill>
                <a:srgbClr val="909090"/>
              </a:solidFill>
              <a:prstDash val="solid"/>
              <a:miter lim="400000"/>
            </a:ln>
          </a:top>
          <a:bottom>
            <a:ln w="12700" cap="flat">
              <a:solidFill>
                <a:srgbClr val="909090"/>
              </a:solidFill>
              <a:prstDash val="solid"/>
              <a:miter lim="400000"/>
            </a:ln>
          </a:bottom>
          <a:insideH>
            <a:ln w="12700" cap="flat">
              <a:solidFill>
                <a:srgbClr val="909090"/>
              </a:solidFill>
              <a:prstDash val="solid"/>
              <a:miter lim="400000"/>
            </a:ln>
          </a:insideH>
          <a:insideV>
            <a:ln w="12700" cap="flat">
              <a:solidFill>
                <a:srgbClr val="909090"/>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25400" cap="flat">
              <a:solidFill>
                <a:srgbClr val="D6D7D6"/>
              </a:solidFill>
              <a:prstDash val="solid"/>
              <a:miter lim="400000"/>
            </a:ln>
          </a:insideV>
        </a:tcBdr>
        <a:fill>
          <a:solidFill>
            <a:srgbClr val="1F2428"/>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484B4C"/>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484B4C"/>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929292"/>
              </a:solidFill>
              <a:custDash>
                <a:ds d="200000" sp="200000"/>
              </a:custDash>
              <a:miter lim="400000"/>
            </a:ln>
          </a:left>
          <a:right>
            <a:ln w="12700" cap="flat">
              <a:solidFill>
                <a:srgbClr val="929292"/>
              </a:solidFill>
              <a:custDash>
                <a:ds d="200000" sp="200000"/>
              </a:custDash>
              <a:miter lim="400000"/>
            </a:ln>
          </a:right>
          <a:top>
            <a:ln w="12700" cap="flat">
              <a:solidFill>
                <a:srgbClr val="929292"/>
              </a:solidFill>
              <a:custDash>
                <a:ds d="200000" sp="200000"/>
              </a:custDash>
              <a:miter lim="400000"/>
            </a:ln>
          </a:top>
          <a:bottom>
            <a:ln w="12700" cap="flat">
              <a:solidFill>
                <a:srgbClr val="929292"/>
              </a:solidFill>
              <a:custDash>
                <a:ds d="200000" sp="200000"/>
              </a:custDash>
              <a:miter lim="400000"/>
            </a:ln>
          </a:bottom>
          <a:insideH>
            <a:ln w="12700" cap="flat">
              <a:solidFill>
                <a:srgbClr val="929292"/>
              </a:solidFill>
              <a:custDash>
                <a:ds d="200000" sp="200000"/>
              </a:custDash>
              <a:miter lim="400000"/>
            </a:ln>
          </a:insideH>
          <a:insideV>
            <a:ln w="12700" cap="flat">
              <a:solidFill>
                <a:srgbClr val="929292"/>
              </a:solidFill>
              <a:custDash>
                <a:ds d="200000" sp="200000"/>
              </a:custDash>
              <a:miter lim="400000"/>
            </a:ln>
          </a:insideV>
        </a:tcBdr>
        <a:fill>
          <a:noFill/>
        </a:fill>
      </a:tcStyle>
    </a:wholeTbl>
    <a:band2H>
      <a:tcTxStyle/>
      <a:tcStyle>
        <a:tcBdr/>
        <a:fill>
          <a:solidFill>
            <a:srgbClr val="797A7C">
              <a:alpha val="30000"/>
            </a:srgbClr>
          </a:solidFill>
        </a:fill>
      </a:tcStyle>
    </a:band2H>
    <a:firstCol>
      <a:tcTxStyle b="on" i="off">
        <a:font>
          <a:latin typeface="Helvetica"/>
          <a:ea typeface="Helvetica"/>
          <a:cs typeface="Helvetica"/>
        </a:font>
        <a:srgbClr val="FFFFFF"/>
      </a:tcTxStyle>
      <a:tcStyle>
        <a:tcBdr>
          <a:left>
            <a:ln w="12700" cap="flat">
              <a:noFill/>
              <a:miter lim="400000"/>
            </a:ln>
          </a:left>
          <a:right>
            <a:ln w="25400" cap="flat">
              <a:solidFill>
                <a:srgbClr val="929292"/>
              </a:solidFill>
              <a:prstDash val="solid"/>
              <a:miter lim="400000"/>
            </a:ln>
          </a:right>
          <a:top>
            <a:ln w="25400" cap="flat">
              <a:solidFill>
                <a:srgbClr val="929292"/>
              </a:solidFill>
              <a:prstDash val="solid"/>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Col>
    <a:lastRow>
      <a:tcTxStyle b="on" i="off">
        <a:font>
          <a:latin typeface="Helvetica"/>
          <a:ea typeface="Helvetica"/>
          <a:cs typeface="Helvetica"/>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25400" cap="flat">
              <a:solidFill>
                <a:srgbClr val="929292"/>
              </a:solidFill>
              <a:prstDash val="solid"/>
              <a:miter lim="400000"/>
            </a:ln>
          </a:top>
          <a:bottom>
            <a:ln w="12700" cap="flat">
              <a:noFill/>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lastRow>
    <a:firstRow>
      <a:tcTxStyle b="on" i="off">
        <a:font>
          <a:latin typeface="Helvetica"/>
          <a:ea typeface="Helvetica"/>
          <a:cs typeface="Helvetica"/>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12700" cap="flat">
              <a:noFill/>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125"/>
    <p:restoredTop sz="94545"/>
  </p:normalViewPr>
  <p:slideViewPr>
    <p:cSldViewPr snapToGrid="0">
      <p:cViewPr varScale="1">
        <p:scale>
          <a:sx n="103" d="100"/>
          <a:sy n="103" d="100"/>
        </p:scale>
        <p:origin x="4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 name="Shape 19"/>
          <p:cNvSpPr>
            <a:spLocks noGrp="1" noRot="1" noChangeAspect="1"/>
          </p:cNvSpPr>
          <p:nvPr>
            <p:ph type="sldImg"/>
          </p:nvPr>
        </p:nvSpPr>
        <p:spPr>
          <a:xfrm>
            <a:off x="1143000" y="685800"/>
            <a:ext cx="4572000" cy="3429000"/>
          </a:xfrm>
          <a:prstGeom prst="rect">
            <a:avLst/>
          </a:prstGeom>
        </p:spPr>
        <p:txBody>
          <a:bodyPr/>
          <a:lstStyle/>
          <a:p>
            <a:endParaRPr/>
          </a:p>
        </p:txBody>
      </p:sp>
      <p:sp>
        <p:nvSpPr>
          <p:cNvPr id="20" name="Shape 2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Sources: Our World in Data — death rates per TWh; originals: Markandya &amp; Wilkinson (2007, </a:t>
            </a:r>
            <a:r>
              <a:rPr i="1"/>
              <a:t>The Lancet</a:t>
            </a:r>
            <a:r>
              <a:t>); Sovacool et al. (2016). The peer-reviewed studies are the anchor.</a:t>
            </a:r>
          </a:p>
        </p:txBody>
      </p:sp>
      <p:sp>
        <p:nvSpPr>
          <p:cNvPr id="4" name="Slide Number Placeholder 3"/>
          <p:cNvSpPr>
            <a:spLocks noGrp="1"/>
          </p:cNvSpPr>
          <p:nvPr>
            <p:ph type="sldNum" sz="quarter" idx="10"/>
          </p:nvPr>
        </p:nvSpPr>
        <p:spPr/>
        <p:txBody>
          <a:bodyPr/>
          <a:lstStyle/>
          <a:p>
            <a:fld id="{8665E1F8-3717-4041-B345-9C118A1FFFB2}" type="slidenum">
              <a:rPr lang="en-US"/>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10FA-7ECD-D4D9-D377-60E0FE6A9038}"/>
              </a:ext>
              <a:ext uri="{C183D7F6-B498-43B3-948B-1728B52AA6E4}">
                <adec:decorative xmlns:adec="http://schemas.microsoft.com/office/drawing/2017/decorative" val="0"/>
              </a:ext>
            </a:extLst>
          </p:cNvPr>
          <p:cNvSpPr>
            <a:spLocks noGrp="1"/>
          </p:cNvSpPr>
          <p:nvPr>
            <p:ph type="ctrTitle" hasCustomPrompt="1"/>
          </p:nvPr>
        </p:nvSpPr>
        <p:spPr>
          <a:xfrm>
            <a:off x="436463" y="2404565"/>
            <a:ext cx="9753600" cy="3421585"/>
          </a:xfrm>
        </p:spPr>
        <p:txBody>
          <a:bodyPr anchor="b"/>
          <a:lstStyle>
            <a:lvl1pPr algn="l">
              <a:lnSpc>
                <a:spcPts val="6400"/>
              </a:lnSpc>
              <a:defRPr sz="6400" b="1" i="0" cap="all" baseline="0">
                <a:solidFill>
                  <a:schemeClr val="bg1"/>
                </a:solidFill>
                <a:latin typeface="Arial" panose="020B0604020202020204" pitchFamily="34" charset="0"/>
                <a:cs typeface="Arial" panose="020B0604020202020204" pitchFamily="34" charset="0"/>
              </a:defRPr>
            </a:lvl1pPr>
          </a:lstStyle>
          <a:p>
            <a:r>
              <a:rPr lang="en-US" dirty="0"/>
              <a:t>Presentation </a:t>
            </a:r>
            <a:br>
              <a:rPr lang="en-US" dirty="0"/>
            </a:br>
            <a:r>
              <a:rPr lang="en-US" dirty="0"/>
              <a:t>Title</a:t>
            </a:r>
          </a:p>
        </p:txBody>
      </p:sp>
      <p:sp>
        <p:nvSpPr>
          <p:cNvPr id="3" name="Subtitle 2">
            <a:extLst>
              <a:ext uri="{FF2B5EF4-FFF2-40B4-BE49-F238E27FC236}">
                <a16:creationId xmlns:a16="http://schemas.microsoft.com/office/drawing/2014/main" id="{17573CCE-562D-8451-99E0-194B6D8D3B0A}"/>
              </a:ext>
              <a:ext uri="{C183D7F6-B498-43B3-948B-1728B52AA6E4}">
                <adec:decorative xmlns:adec="http://schemas.microsoft.com/office/drawing/2017/decorative" val="0"/>
              </a:ext>
            </a:extLst>
          </p:cNvPr>
          <p:cNvSpPr>
            <a:spLocks noGrp="1"/>
          </p:cNvSpPr>
          <p:nvPr>
            <p:ph type="subTitle" idx="1" hasCustomPrompt="1"/>
          </p:nvPr>
        </p:nvSpPr>
        <p:spPr>
          <a:xfrm>
            <a:off x="436463" y="5996536"/>
            <a:ext cx="9753600" cy="2119118"/>
          </a:xfrm>
          <a:prstGeom prst="rect">
            <a:avLst/>
          </a:prstGeom>
        </p:spPr>
        <p:txBody>
          <a:bodyPr/>
          <a:lstStyle>
            <a:lvl1pPr marL="0" indent="0" algn="l">
              <a:buNone/>
              <a:defRPr sz="2987">
                <a:solidFill>
                  <a:schemeClr val="bg1"/>
                </a:solidFill>
                <a:latin typeface="Georgia" panose="02040502050405020303" pitchFamily="18" charset="0"/>
              </a:defRPr>
            </a:lvl1pPr>
            <a:lvl2pPr marL="487695" indent="0" algn="ctr">
              <a:buNone/>
              <a:defRPr sz="2133"/>
            </a:lvl2pPr>
            <a:lvl3pPr marL="975390" indent="0" algn="ctr">
              <a:buNone/>
              <a:defRPr sz="1920"/>
            </a:lvl3pPr>
            <a:lvl4pPr marL="1463086" indent="0" algn="ctr">
              <a:buNone/>
              <a:defRPr sz="1707"/>
            </a:lvl4pPr>
            <a:lvl5pPr marL="1950781" indent="0" algn="ctr">
              <a:buNone/>
              <a:defRPr sz="1707"/>
            </a:lvl5pPr>
            <a:lvl6pPr marL="2438476" indent="0" algn="ctr">
              <a:buNone/>
              <a:defRPr sz="1707"/>
            </a:lvl6pPr>
            <a:lvl7pPr marL="2926171" indent="0" algn="ctr">
              <a:buNone/>
              <a:defRPr sz="1707"/>
            </a:lvl7pPr>
            <a:lvl8pPr marL="3413867" indent="0" algn="ctr">
              <a:buNone/>
              <a:defRPr sz="1707"/>
            </a:lvl8pPr>
            <a:lvl9pPr marL="3901562" indent="0" algn="ctr">
              <a:buNone/>
              <a:defRPr sz="1707"/>
            </a:lvl9pPr>
          </a:lstStyle>
          <a:p>
            <a:r>
              <a:rPr lang="en-US" dirty="0"/>
              <a:t>Sub-topic text goes here</a:t>
            </a:r>
          </a:p>
        </p:txBody>
      </p:sp>
      <p:pic>
        <p:nvPicPr>
          <p:cNvPr id="6" name="Picture 5">
            <a:extLst>
              <a:ext uri="{FF2B5EF4-FFF2-40B4-BE49-F238E27FC236}">
                <a16:creationId xmlns:a16="http://schemas.microsoft.com/office/drawing/2014/main" id="{6F392352-7DF4-5EB6-32FA-9FB7E764DB7C}"/>
              </a:ext>
              <a:ext uri="{C183D7F6-B498-43B3-948B-1728B52AA6E4}">
                <adec:decorative xmlns:adec="http://schemas.microsoft.com/office/drawing/2017/decorative" val="1"/>
              </a:ext>
            </a:extLst>
          </p:cNvPr>
          <p:cNvPicPr/>
          <p:nvPr/>
        </p:nvPicPr>
        <p:blipFill>
          <a:blip r:embed="rId3"/>
          <a:stretch>
            <a:fillRect/>
          </a:stretch>
        </p:blipFill>
        <p:spPr>
          <a:xfrm>
            <a:off x="370202" y="8437782"/>
            <a:ext cx="5859012" cy="906193"/>
          </a:xfrm>
          <a:prstGeom prst="rect">
            <a:avLst/>
          </a:prstGeom>
        </p:spPr>
      </p:pic>
    </p:spTree>
    <p:extLst>
      <p:ext uri="{BB962C8B-B14F-4D97-AF65-F5344CB8AC3E}">
        <p14:creationId xmlns:p14="http://schemas.microsoft.com/office/powerpoint/2010/main" val="2211370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E03B264A-5859-DC5E-8BB3-FDCEFB5151C4}"/>
              </a:ext>
              <a:ext uri="{C183D7F6-B498-43B3-948B-1728B52AA6E4}">
                <adec:decorative xmlns:adec="http://schemas.microsoft.com/office/drawing/2017/decorative" val="0"/>
              </a:ext>
            </a:extLst>
          </p:cNvPr>
          <p:cNvSpPr>
            <a:spLocks noGrp="1"/>
          </p:cNvSpPr>
          <p:nvPr>
            <p:ph type="subTitle" idx="1" hasCustomPrompt="1"/>
          </p:nvPr>
        </p:nvSpPr>
        <p:spPr>
          <a:xfrm>
            <a:off x="436463" y="5996536"/>
            <a:ext cx="9753600" cy="2608722"/>
          </a:xfrm>
          <a:prstGeom prst="rect">
            <a:avLst/>
          </a:prstGeom>
        </p:spPr>
        <p:txBody>
          <a:bodyPr/>
          <a:lstStyle>
            <a:lvl1pPr marL="0" indent="0" algn="l">
              <a:buNone/>
              <a:defRPr sz="2987">
                <a:solidFill>
                  <a:schemeClr val="bg1"/>
                </a:solidFill>
                <a:latin typeface="Georgia" panose="02040502050405020303" pitchFamily="18" charset="0"/>
              </a:defRPr>
            </a:lvl1pPr>
            <a:lvl2pPr marL="487695" indent="0" algn="ctr">
              <a:buNone/>
              <a:defRPr sz="2133"/>
            </a:lvl2pPr>
            <a:lvl3pPr marL="975390" indent="0" algn="ctr">
              <a:buNone/>
              <a:defRPr sz="1920"/>
            </a:lvl3pPr>
            <a:lvl4pPr marL="1463086" indent="0" algn="ctr">
              <a:buNone/>
              <a:defRPr sz="1707"/>
            </a:lvl4pPr>
            <a:lvl5pPr marL="1950781" indent="0" algn="ctr">
              <a:buNone/>
              <a:defRPr sz="1707"/>
            </a:lvl5pPr>
            <a:lvl6pPr marL="2438476" indent="0" algn="ctr">
              <a:buNone/>
              <a:defRPr sz="1707"/>
            </a:lvl6pPr>
            <a:lvl7pPr marL="2926171" indent="0" algn="ctr">
              <a:buNone/>
              <a:defRPr sz="1707"/>
            </a:lvl7pPr>
            <a:lvl8pPr marL="3413867" indent="0" algn="ctr">
              <a:buNone/>
              <a:defRPr sz="1707"/>
            </a:lvl8pPr>
            <a:lvl9pPr marL="3901562" indent="0" algn="ctr">
              <a:buNone/>
              <a:defRPr sz="1707"/>
            </a:lvl9pPr>
          </a:lstStyle>
          <a:p>
            <a:r>
              <a:rPr lang="en-US" dirty="0"/>
              <a:t>Sub-topic text goes here</a:t>
            </a:r>
          </a:p>
        </p:txBody>
      </p:sp>
      <p:sp>
        <p:nvSpPr>
          <p:cNvPr id="6" name="Title 1">
            <a:extLst>
              <a:ext uri="{FF2B5EF4-FFF2-40B4-BE49-F238E27FC236}">
                <a16:creationId xmlns:a16="http://schemas.microsoft.com/office/drawing/2014/main" id="{86121344-8E5D-8C90-90D5-425531E533DA}"/>
              </a:ext>
              <a:ext uri="{C183D7F6-B498-43B3-948B-1728B52AA6E4}">
                <adec:decorative xmlns:adec="http://schemas.microsoft.com/office/drawing/2017/decorative" val="0"/>
              </a:ext>
            </a:extLst>
          </p:cNvPr>
          <p:cNvSpPr>
            <a:spLocks noGrp="1"/>
          </p:cNvSpPr>
          <p:nvPr>
            <p:ph type="ctrTitle" hasCustomPrompt="1"/>
          </p:nvPr>
        </p:nvSpPr>
        <p:spPr>
          <a:xfrm>
            <a:off x="436463" y="2404565"/>
            <a:ext cx="9753600" cy="3421585"/>
          </a:xfrm>
        </p:spPr>
        <p:txBody>
          <a:bodyPr anchor="b"/>
          <a:lstStyle>
            <a:lvl1pPr algn="l">
              <a:lnSpc>
                <a:spcPts val="6400"/>
              </a:lnSpc>
              <a:defRPr sz="6400" b="1" i="0" cap="all" baseline="0">
                <a:solidFill>
                  <a:schemeClr val="bg1"/>
                </a:solidFill>
                <a:latin typeface="Arial" panose="020B0604020202020204" pitchFamily="34" charset="0"/>
                <a:cs typeface="Arial" panose="020B0604020202020204" pitchFamily="34" charset="0"/>
              </a:defRPr>
            </a:lvl1pPr>
          </a:lstStyle>
          <a:p>
            <a:r>
              <a:rPr lang="en-US" dirty="0"/>
              <a:t>Divider Slide </a:t>
            </a:r>
            <a:br>
              <a:rPr lang="en-US" dirty="0"/>
            </a:br>
            <a:r>
              <a:rPr lang="en-US" dirty="0"/>
              <a:t>Title</a:t>
            </a:r>
          </a:p>
        </p:txBody>
      </p:sp>
    </p:spTree>
    <p:extLst>
      <p:ext uri="{BB962C8B-B14F-4D97-AF65-F5344CB8AC3E}">
        <p14:creationId xmlns:p14="http://schemas.microsoft.com/office/powerpoint/2010/main" val="2225321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Column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5" name="Content Placeholder 2">
            <a:extLst>
              <a:ext uri="{FF2B5EF4-FFF2-40B4-BE49-F238E27FC236}">
                <a16:creationId xmlns:a16="http://schemas.microsoft.com/office/drawing/2014/main" id="{F693510E-E52A-43D2-D96B-9045F9A06C1D}"/>
              </a:ext>
              <a:ext uri="{C183D7F6-B498-43B3-948B-1728B52AA6E4}">
                <adec:decorative xmlns:adec="http://schemas.microsoft.com/office/drawing/2017/decorative" val="0"/>
              </a:ext>
            </a:extLst>
          </p:cNvPr>
          <p:cNvSpPr>
            <a:spLocks noGrp="1"/>
          </p:cNvSpPr>
          <p:nvPr>
            <p:ph idx="1" hasCustomPrompt="1"/>
          </p:nvPr>
        </p:nvSpPr>
        <p:spPr>
          <a:xfrm>
            <a:off x="420489" y="3487107"/>
            <a:ext cx="11216640" cy="5757399"/>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971946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Column Bulleted List (No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8994E2-EA49-29ED-92E0-393343750616}"/>
              </a:ext>
              <a:ext uri="{C183D7F6-B498-43B3-948B-1728B52AA6E4}">
                <adec:decorative xmlns:adec="http://schemas.microsoft.com/office/drawing/2017/decorative" val="1"/>
              </a:ext>
            </a:extLst>
          </p:cNvPr>
          <p:cNvSpPr/>
          <p:nvPr/>
        </p:nvSpPr>
        <p:spPr>
          <a:xfrm>
            <a:off x="7261013" y="1950720"/>
            <a:ext cx="5743787" cy="7802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840"/>
          </a:p>
        </p:txBody>
      </p:sp>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7" name="Content Placeholder 2">
            <a:extLst>
              <a:ext uri="{FF2B5EF4-FFF2-40B4-BE49-F238E27FC236}">
                <a16:creationId xmlns:a16="http://schemas.microsoft.com/office/drawing/2014/main" id="{E00E64E3-43AA-E108-65B7-E60FA7F2EC87}"/>
              </a:ext>
            </a:extLst>
          </p:cNvPr>
          <p:cNvSpPr>
            <a:spLocks noGrp="1"/>
          </p:cNvSpPr>
          <p:nvPr>
            <p:ph idx="1" hasCustomPrompt="1"/>
          </p:nvPr>
        </p:nvSpPr>
        <p:spPr>
          <a:xfrm>
            <a:off x="420489" y="3487107"/>
            <a:ext cx="11216640" cy="5757399"/>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250721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Column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72111FF-5304-D6B1-8333-440DC4F5129A}"/>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4" name="Text Placeholder 3">
            <a:extLst>
              <a:ext uri="{FF2B5EF4-FFF2-40B4-BE49-F238E27FC236}">
                <a16:creationId xmlns:a16="http://schemas.microsoft.com/office/drawing/2014/main" id="{735A9F8A-F58D-4DBE-FAEF-CB216CFAB2FF}"/>
              </a:ext>
              <a:ext uri="{C183D7F6-B498-43B3-948B-1728B52AA6E4}">
                <adec:decorative xmlns:adec="http://schemas.microsoft.com/office/drawing/2017/decorative" val="0"/>
              </a:ext>
            </a:extLst>
          </p:cNvPr>
          <p:cNvSpPr>
            <a:spLocks noGrp="1"/>
          </p:cNvSpPr>
          <p:nvPr>
            <p:ph type="body" sz="half" idx="2" hasCustomPrompt="1"/>
          </p:nvPr>
        </p:nvSpPr>
        <p:spPr>
          <a:xfrm>
            <a:off x="417669" y="3428726"/>
            <a:ext cx="6688526"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 pretium.</a:t>
            </a:r>
          </a:p>
        </p:txBody>
      </p:sp>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19169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Column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72111FF-5304-D6B1-8333-440DC4F5129A}"/>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4" name="Text Placeholder 3">
            <a:extLst>
              <a:ext uri="{FF2B5EF4-FFF2-40B4-BE49-F238E27FC236}">
                <a16:creationId xmlns:a16="http://schemas.microsoft.com/office/drawing/2014/main" id="{735A9F8A-F58D-4DBE-FAEF-CB216CFAB2FF}"/>
              </a:ext>
              <a:ext uri="{C183D7F6-B498-43B3-948B-1728B52AA6E4}">
                <adec:decorative xmlns:adec="http://schemas.microsoft.com/office/drawing/2017/decorative" val="0"/>
              </a:ext>
            </a:extLst>
          </p:cNvPr>
          <p:cNvSpPr>
            <a:spLocks noGrp="1"/>
          </p:cNvSpPr>
          <p:nvPr>
            <p:ph type="body" sz="half" idx="2" hasCustomPrompt="1"/>
          </p:nvPr>
        </p:nvSpPr>
        <p:spPr>
          <a:xfrm>
            <a:off x="417669" y="3428726"/>
            <a:ext cx="4528800"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2" name="Text Placeholder 3">
            <a:extLst>
              <a:ext uri="{FF2B5EF4-FFF2-40B4-BE49-F238E27FC236}">
                <a16:creationId xmlns:a16="http://schemas.microsoft.com/office/drawing/2014/main" id="{F29B7451-E98E-FC17-C95F-97570ABD4F77}"/>
              </a:ext>
            </a:extLst>
          </p:cNvPr>
          <p:cNvSpPr>
            <a:spLocks noGrp="1"/>
          </p:cNvSpPr>
          <p:nvPr>
            <p:ph type="body" sz="half" idx="13" hasCustomPrompt="1"/>
          </p:nvPr>
        </p:nvSpPr>
        <p:spPr>
          <a:xfrm>
            <a:off x="5236413" y="3428726"/>
            <a:ext cx="4528800"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464786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Column Bulleted Lis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13FBDA0-6DAD-2BD7-8995-0DD004DCD42A}"/>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8" name="Content Placeholder 2">
            <a:extLst>
              <a:ext uri="{FF2B5EF4-FFF2-40B4-BE49-F238E27FC236}">
                <a16:creationId xmlns:a16="http://schemas.microsoft.com/office/drawing/2014/main" id="{C7D848CF-329C-12E6-A53F-3C3893FC5442}"/>
              </a:ext>
              <a:ext uri="{C183D7F6-B498-43B3-948B-1728B52AA6E4}">
                <adec:decorative xmlns:adec="http://schemas.microsoft.com/office/drawing/2017/decorative" val="0"/>
              </a:ext>
            </a:extLst>
          </p:cNvPr>
          <p:cNvSpPr>
            <a:spLocks noGrp="1"/>
          </p:cNvSpPr>
          <p:nvPr>
            <p:ph idx="1" hasCustomPrompt="1"/>
          </p:nvPr>
        </p:nvSpPr>
        <p:spPr>
          <a:xfrm>
            <a:off x="420489" y="3487108"/>
            <a:ext cx="5364480" cy="5761125"/>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0E746082-11FB-1BAB-9564-CFA32F2BC5F7}"/>
              </a:ext>
              <a:ext uri="{C183D7F6-B498-43B3-948B-1728B52AA6E4}">
                <adec:decorative xmlns:adec="http://schemas.microsoft.com/office/drawing/2017/decorative" val="0"/>
              </a:ext>
            </a:extLst>
          </p:cNvPr>
          <p:cNvSpPr>
            <a:spLocks noGrp="1"/>
          </p:cNvSpPr>
          <p:nvPr>
            <p:ph idx="13" hasCustomPrompt="1"/>
          </p:nvPr>
        </p:nvSpPr>
        <p:spPr>
          <a:xfrm>
            <a:off x="6270172" y="3487107"/>
            <a:ext cx="5366957" cy="5757399"/>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6716837F-65A2-482E-691B-FA0A12696BC6}"/>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664344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Column Sub-title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F00FA020-8573-C593-D6BB-C7397DC3698D}"/>
              </a:ext>
            </a:extLst>
          </p:cNvPr>
          <p:cNvSpPr>
            <a:spLocks noGrp="1"/>
          </p:cNvSpPr>
          <p:nvPr>
            <p:ph type="sldNum" sz="quarter" idx="12"/>
          </p:nvPr>
        </p:nvSpPr>
        <p:spPr/>
        <p:txBody>
          <a:bodyPr/>
          <a:lstStyle/>
          <a:p>
            <a:fld id="{86CB4B4D-7CA3-9044-876B-883B54F8677D}" type="slidenum">
              <a:rPr lang="en-US" smtClean="0"/>
              <a:t>‹#›</a:t>
            </a:fld>
            <a:endParaRPr lang="en-US"/>
          </a:p>
        </p:txBody>
      </p:sp>
      <p:sp>
        <p:nvSpPr>
          <p:cNvPr id="4" name="Content Placeholder 2">
            <a:extLst>
              <a:ext uri="{FF2B5EF4-FFF2-40B4-BE49-F238E27FC236}">
                <a16:creationId xmlns:a16="http://schemas.microsoft.com/office/drawing/2014/main" id="{1FE57A07-9930-44A5-B8A4-E2B0497B9772}"/>
              </a:ext>
              <a:ext uri="{C183D7F6-B498-43B3-948B-1728B52AA6E4}">
                <adec:decorative xmlns:adec="http://schemas.microsoft.com/office/drawing/2017/decorative" val="0"/>
              </a:ext>
            </a:extLst>
          </p:cNvPr>
          <p:cNvSpPr>
            <a:spLocks noGrp="1"/>
          </p:cNvSpPr>
          <p:nvPr>
            <p:ph idx="1" hasCustomPrompt="1"/>
          </p:nvPr>
        </p:nvSpPr>
        <p:spPr>
          <a:xfrm>
            <a:off x="420486" y="3493025"/>
            <a:ext cx="11216640" cy="736691"/>
          </a:xfrm>
          <a:prstGeom prst="rect">
            <a:avLst/>
          </a:prstGeom>
        </p:spPr>
        <p:txBody>
          <a:bodyPr anchor="b" anchorCtr="0"/>
          <a:lstStyle>
            <a:lvl1pPr marL="0" indent="0">
              <a:lnSpc>
                <a:spcPct val="100000"/>
              </a:lnSpc>
              <a:spcBef>
                <a:spcPts val="0"/>
              </a:spcBef>
              <a:buFontTx/>
              <a:buNone/>
              <a:defRPr sz="1707" b="1" cap="all" baseline="0">
                <a:solidFill>
                  <a:schemeClr val="tx2"/>
                </a:solidFill>
              </a:defRPr>
            </a:lvl1pPr>
            <a:lvl2pPr>
              <a:buFont typeface="Arial" panose="020B0604020202020204" pitchFamily="34" charset="0"/>
              <a:buChar char="•"/>
              <a:defRPr/>
            </a:lvl2pPr>
            <a:lvl3pPr>
              <a:spcBef>
                <a:spcPts val="427"/>
              </a:spcBef>
              <a:buFont typeface="System Font Regular"/>
              <a:buChar char="−"/>
              <a:defRPr sz="1920"/>
            </a:lvl3pPr>
          </a:lstStyle>
          <a:p>
            <a:pPr lvl="0"/>
            <a:r>
              <a:rPr lang="en-US" dirty="0"/>
              <a:t>Click here to edit Sub-title</a:t>
            </a:r>
          </a:p>
        </p:txBody>
      </p:sp>
      <p:sp>
        <p:nvSpPr>
          <p:cNvPr id="5" name="Content Placeholder 2">
            <a:extLst>
              <a:ext uri="{FF2B5EF4-FFF2-40B4-BE49-F238E27FC236}">
                <a16:creationId xmlns:a16="http://schemas.microsoft.com/office/drawing/2014/main" id="{A2FF8DBE-F14C-4661-C6FB-66F0BEF55947}"/>
              </a:ext>
              <a:ext uri="{C183D7F6-B498-43B3-948B-1728B52AA6E4}">
                <adec:decorative xmlns:adec="http://schemas.microsoft.com/office/drawing/2017/decorative" val="0"/>
              </a:ext>
            </a:extLst>
          </p:cNvPr>
          <p:cNvSpPr>
            <a:spLocks noGrp="1"/>
          </p:cNvSpPr>
          <p:nvPr>
            <p:ph idx="14" hasCustomPrompt="1"/>
          </p:nvPr>
        </p:nvSpPr>
        <p:spPr>
          <a:xfrm>
            <a:off x="420489" y="4402312"/>
            <a:ext cx="11216640" cy="4528758"/>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46358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Column Sub-title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F00FA020-8573-C593-D6BB-C7397DC3698D}"/>
              </a:ext>
            </a:extLst>
          </p:cNvPr>
          <p:cNvSpPr>
            <a:spLocks noGrp="1"/>
          </p:cNvSpPr>
          <p:nvPr>
            <p:ph type="sldNum" sz="quarter" idx="12"/>
          </p:nvPr>
        </p:nvSpPr>
        <p:spPr/>
        <p:txBody>
          <a:bodyPr/>
          <a:lstStyle/>
          <a:p>
            <a:fld id="{86CB4B4D-7CA3-9044-876B-883B54F8677D}" type="slidenum">
              <a:rPr lang="en-US" smtClean="0"/>
              <a:t>‹#›</a:t>
            </a:fld>
            <a:endParaRPr lang="en-US"/>
          </a:p>
        </p:txBody>
      </p:sp>
      <p:sp>
        <p:nvSpPr>
          <p:cNvPr id="12" name="Content Placeholder 2">
            <a:extLst>
              <a:ext uri="{FF2B5EF4-FFF2-40B4-BE49-F238E27FC236}">
                <a16:creationId xmlns:a16="http://schemas.microsoft.com/office/drawing/2014/main" id="{430A87E8-FC38-EF63-519A-A20B6C53B421}"/>
              </a:ext>
              <a:ext uri="{C183D7F6-B498-43B3-948B-1728B52AA6E4}">
                <adec:decorative xmlns:adec="http://schemas.microsoft.com/office/drawing/2017/decorative" val="0"/>
              </a:ext>
            </a:extLst>
          </p:cNvPr>
          <p:cNvSpPr>
            <a:spLocks noGrp="1"/>
          </p:cNvSpPr>
          <p:nvPr>
            <p:ph idx="1" hasCustomPrompt="1"/>
          </p:nvPr>
        </p:nvSpPr>
        <p:spPr>
          <a:xfrm>
            <a:off x="420487" y="3493025"/>
            <a:ext cx="5269111" cy="736691"/>
          </a:xfrm>
          <a:prstGeom prst="rect">
            <a:avLst/>
          </a:prstGeom>
        </p:spPr>
        <p:txBody>
          <a:bodyPr anchor="b" anchorCtr="0"/>
          <a:lstStyle>
            <a:lvl1pPr marL="0" indent="0">
              <a:lnSpc>
                <a:spcPct val="100000"/>
              </a:lnSpc>
              <a:spcBef>
                <a:spcPts val="0"/>
              </a:spcBef>
              <a:buFontTx/>
              <a:buNone/>
              <a:defRPr sz="1707" b="1" cap="all" baseline="0">
                <a:solidFill>
                  <a:schemeClr val="tx2"/>
                </a:solidFill>
              </a:defRPr>
            </a:lvl1pPr>
            <a:lvl2pPr>
              <a:buFont typeface="Arial" panose="020B0604020202020204" pitchFamily="34" charset="0"/>
              <a:buChar char="•"/>
              <a:defRPr/>
            </a:lvl2pPr>
            <a:lvl3pPr>
              <a:spcBef>
                <a:spcPts val="427"/>
              </a:spcBef>
              <a:buFont typeface="System Font Regular"/>
              <a:buChar char="−"/>
              <a:defRPr sz="1920"/>
            </a:lvl3pPr>
          </a:lstStyle>
          <a:p>
            <a:pPr lvl="0"/>
            <a:r>
              <a:rPr lang="en-US" dirty="0"/>
              <a:t>Click here to edit Sub-title</a:t>
            </a:r>
          </a:p>
        </p:txBody>
      </p:sp>
      <p:sp>
        <p:nvSpPr>
          <p:cNvPr id="13" name="Content Placeholder 2">
            <a:extLst>
              <a:ext uri="{FF2B5EF4-FFF2-40B4-BE49-F238E27FC236}">
                <a16:creationId xmlns:a16="http://schemas.microsoft.com/office/drawing/2014/main" id="{03372A22-8E95-EEF5-A75E-63F3C0F2C29E}"/>
              </a:ext>
              <a:ext uri="{C183D7F6-B498-43B3-948B-1728B52AA6E4}">
                <adec:decorative xmlns:adec="http://schemas.microsoft.com/office/drawing/2017/decorative" val="0"/>
              </a:ext>
            </a:extLst>
          </p:cNvPr>
          <p:cNvSpPr>
            <a:spLocks noGrp="1"/>
          </p:cNvSpPr>
          <p:nvPr>
            <p:ph idx="14" hasCustomPrompt="1"/>
          </p:nvPr>
        </p:nvSpPr>
        <p:spPr>
          <a:xfrm>
            <a:off x="420489" y="4402312"/>
            <a:ext cx="5269111" cy="4528758"/>
          </a:xfrm>
          <a:prstGeom prst="rect">
            <a:avLst/>
          </a:prstGeom>
        </p:spPr>
        <p:txBody>
          <a:bodyPr/>
          <a:lstStyle>
            <a:lvl1pPr>
              <a:lnSpc>
                <a:spcPct val="120000"/>
              </a:lnSpc>
              <a:defRPr/>
            </a:lvl1pPr>
            <a:lvl2pPr>
              <a:spcBef>
                <a:spcPts val="427"/>
              </a:spcBef>
              <a:defRPr/>
            </a:lvl2pPr>
            <a:lvl3pPr>
              <a:spcBef>
                <a:spcPts val="427"/>
              </a:spcBef>
              <a:defRPr/>
            </a:lvl3pPr>
            <a:lvl4pPr>
              <a:spcBef>
                <a:spcPts val="427"/>
              </a:spcBef>
              <a:defRPr/>
            </a:lvl4pPr>
            <a:lvl5pPr>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7856CF4B-B17A-2337-0D52-61EC19AA7002}"/>
              </a:ext>
              <a:ext uri="{C183D7F6-B498-43B3-948B-1728B52AA6E4}">
                <adec:decorative xmlns:adec="http://schemas.microsoft.com/office/drawing/2017/decorative" val="0"/>
              </a:ext>
            </a:extLst>
          </p:cNvPr>
          <p:cNvSpPr>
            <a:spLocks noGrp="1"/>
          </p:cNvSpPr>
          <p:nvPr>
            <p:ph idx="15" hasCustomPrompt="1"/>
          </p:nvPr>
        </p:nvSpPr>
        <p:spPr>
          <a:xfrm>
            <a:off x="6376094" y="3493025"/>
            <a:ext cx="5269111" cy="736691"/>
          </a:xfrm>
          <a:prstGeom prst="rect">
            <a:avLst/>
          </a:prstGeom>
        </p:spPr>
        <p:txBody>
          <a:bodyPr anchor="b" anchorCtr="0"/>
          <a:lstStyle>
            <a:lvl1pPr marL="0" indent="0">
              <a:lnSpc>
                <a:spcPct val="100000"/>
              </a:lnSpc>
              <a:spcBef>
                <a:spcPts val="0"/>
              </a:spcBef>
              <a:buFontTx/>
              <a:buNone/>
              <a:defRPr sz="1707" b="1" cap="all" baseline="0">
                <a:solidFill>
                  <a:schemeClr val="tx2"/>
                </a:solidFill>
              </a:defRPr>
            </a:lvl1pPr>
            <a:lvl2pPr>
              <a:buFont typeface="Arial" panose="020B0604020202020204" pitchFamily="34" charset="0"/>
              <a:buChar char="•"/>
              <a:defRPr/>
            </a:lvl2pPr>
            <a:lvl3pPr>
              <a:spcBef>
                <a:spcPts val="427"/>
              </a:spcBef>
              <a:buFont typeface="System Font Regular"/>
              <a:buChar char="−"/>
              <a:defRPr sz="1920"/>
            </a:lvl3pPr>
          </a:lstStyle>
          <a:p>
            <a:pPr lvl="0"/>
            <a:r>
              <a:rPr lang="en-US" dirty="0"/>
              <a:t>Click here to edit Sub-title</a:t>
            </a:r>
          </a:p>
        </p:txBody>
      </p:sp>
      <p:sp>
        <p:nvSpPr>
          <p:cNvPr id="15" name="Content Placeholder 2">
            <a:extLst>
              <a:ext uri="{FF2B5EF4-FFF2-40B4-BE49-F238E27FC236}">
                <a16:creationId xmlns:a16="http://schemas.microsoft.com/office/drawing/2014/main" id="{23825F99-D766-A623-5D1B-AE0CC6933E0B}"/>
              </a:ext>
              <a:ext uri="{C183D7F6-B498-43B3-948B-1728B52AA6E4}">
                <adec:decorative xmlns:adec="http://schemas.microsoft.com/office/drawing/2017/decorative" val="0"/>
              </a:ext>
            </a:extLst>
          </p:cNvPr>
          <p:cNvSpPr>
            <a:spLocks noGrp="1"/>
          </p:cNvSpPr>
          <p:nvPr>
            <p:ph idx="16" hasCustomPrompt="1"/>
          </p:nvPr>
        </p:nvSpPr>
        <p:spPr>
          <a:xfrm>
            <a:off x="6376096" y="4402312"/>
            <a:ext cx="5269111" cy="4528758"/>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08764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Column Text + Char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 uri="{C183D7F6-B498-43B3-948B-1728B52AA6E4}">
                <adec:decorative xmlns:adec="http://schemas.microsoft.com/office/drawing/2017/decorative" val="0"/>
              </a:ext>
            </a:extLst>
          </p:cNvPr>
          <p:cNvSpPr>
            <a:spLocks noGrp="1"/>
          </p:cNvSpPr>
          <p:nvPr>
            <p:ph type="title" hasCustomPrompt="1"/>
          </p:nvPr>
        </p:nvSpPr>
        <p:spPr>
          <a:xfrm>
            <a:off x="420489" y="2038764"/>
            <a:ext cx="5536174" cy="1235456"/>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 uri="{C183D7F6-B498-43B3-948B-1728B52AA6E4}">
                <adec:decorative xmlns:adec="http://schemas.microsoft.com/office/drawing/2017/decorative" val="0"/>
              </a:ext>
            </a:extLst>
          </p:cNvPr>
          <p:cNvSpPr>
            <a:spLocks noGrp="1"/>
          </p:cNvSpPr>
          <p:nvPr>
            <p:ph type="body" sz="half" idx="2" hasCustomPrompt="1"/>
          </p:nvPr>
        </p:nvSpPr>
        <p:spPr>
          <a:xfrm>
            <a:off x="417669" y="3428726"/>
            <a:ext cx="5538994"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4" name="Chart Placeholder 3">
            <a:extLst>
              <a:ext uri="{FF2B5EF4-FFF2-40B4-BE49-F238E27FC236}">
                <a16:creationId xmlns:a16="http://schemas.microsoft.com/office/drawing/2014/main" id="{09B8DD2A-7177-2E52-DD5A-3EAE044C5349}"/>
              </a:ext>
              <a:ext uri="{C183D7F6-B498-43B3-948B-1728B52AA6E4}">
                <adec:decorative xmlns:adec="http://schemas.microsoft.com/office/drawing/2017/decorative" val="0"/>
              </a:ext>
            </a:extLst>
          </p:cNvPr>
          <p:cNvSpPr>
            <a:spLocks noGrp="1"/>
          </p:cNvSpPr>
          <p:nvPr>
            <p:ph type="chart" sz="quarter" idx="10"/>
          </p:nvPr>
        </p:nvSpPr>
        <p:spPr>
          <a:xfrm>
            <a:off x="6223726" y="2038765"/>
            <a:ext cx="6360586" cy="6144627"/>
          </a:xfrm>
          <a:prstGeom prst="rect">
            <a:avLst/>
          </a:prstGeom>
        </p:spPr>
        <p:txBody>
          <a:bodyPr/>
          <a:lstStyle/>
          <a:p>
            <a:r>
              <a:rPr lang="en-US"/>
              <a:t>Click icon to add chart</a:t>
            </a:r>
          </a:p>
        </p:txBody>
      </p:sp>
      <p:sp>
        <p:nvSpPr>
          <p:cNvPr id="2" name="Slide Number Placeholder 6">
            <a:extLst>
              <a:ext uri="{FF2B5EF4-FFF2-40B4-BE49-F238E27FC236}">
                <a16:creationId xmlns:a16="http://schemas.microsoft.com/office/drawing/2014/main" id="{24D129EA-B4FE-13E2-9E6F-CFD7407BEA74}"/>
              </a:ext>
              <a:ext uri="{C183D7F6-B498-43B3-948B-1728B52AA6E4}">
                <adec:decorative xmlns:adec="http://schemas.microsoft.com/office/drawing/2017/decorative" val="0"/>
              </a:ext>
            </a:extLst>
          </p:cNvPr>
          <p:cNvSpPr>
            <a:spLocks noGrp="1"/>
          </p:cNvSpPr>
          <p:nvPr>
            <p:ph type="sldNum" sz="quarter" idx="12"/>
          </p:nvPr>
        </p:nvSpPr>
        <p:spPr>
          <a:xfrm>
            <a:off x="11848086" y="8826366"/>
            <a:ext cx="739046"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995264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3927934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No Backgroun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3871AB5E-101C-7C13-4D65-215EA69060E6}"/>
              </a:ext>
              <a:ext uri="{C183D7F6-B498-43B3-948B-1728B52AA6E4}">
                <adec:decorative xmlns:adec="http://schemas.microsoft.com/office/drawing/2017/decorative" val="0"/>
              </a:ext>
            </a:extLst>
          </p:cNvPr>
          <p:cNvSpPr>
            <a:spLocks noGrp="1"/>
          </p:cNvSpPr>
          <p:nvPr>
            <p:ph type="sldNum" sz="quarter" idx="12"/>
          </p:nvPr>
        </p:nvSpPr>
        <p:spPr>
          <a:xfrm>
            <a:off x="11848086" y="8826366"/>
            <a:ext cx="739046"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2558180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Column Text + Photo">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Lst>
          </p:cNvPr>
          <p:cNvSpPr>
            <a:spLocks noGrp="1"/>
          </p:cNvSpPr>
          <p:nvPr>
            <p:ph type="title" hasCustomPrompt="1"/>
          </p:nvPr>
        </p:nvSpPr>
        <p:spPr>
          <a:xfrm>
            <a:off x="420489" y="2038764"/>
            <a:ext cx="5536174" cy="1235456"/>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Lst>
          </p:cNvPr>
          <p:cNvSpPr>
            <a:spLocks noGrp="1"/>
          </p:cNvSpPr>
          <p:nvPr>
            <p:ph type="body" sz="half" idx="2" hasCustomPrompt="1"/>
          </p:nvPr>
        </p:nvSpPr>
        <p:spPr>
          <a:xfrm>
            <a:off x="417669" y="3428726"/>
            <a:ext cx="5538994"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3" name="Picture Placeholder 2">
            <a:extLst>
              <a:ext uri="{FF2B5EF4-FFF2-40B4-BE49-F238E27FC236}">
                <a16:creationId xmlns:a16="http://schemas.microsoft.com/office/drawing/2014/main" id="{0E4453FC-9ACD-2BD9-D95C-9641E9530AEF}"/>
              </a:ext>
              <a:ext uri="{C183D7F6-B498-43B3-948B-1728B52AA6E4}">
                <adec:decorative xmlns:adec="http://schemas.microsoft.com/office/drawing/2017/decorative" val="0"/>
              </a:ext>
            </a:extLst>
          </p:cNvPr>
          <p:cNvSpPr>
            <a:spLocks noGrp="1"/>
          </p:cNvSpPr>
          <p:nvPr>
            <p:ph type="pic" idx="1" hasCustomPrompt="1"/>
          </p:nvPr>
        </p:nvSpPr>
        <p:spPr>
          <a:xfrm>
            <a:off x="6419426" y="1672046"/>
            <a:ext cx="6583680" cy="8081554"/>
          </a:xfrm>
          <a:prstGeom prst="rect">
            <a:avLst/>
          </a:prstGeom>
          <a:solidFill>
            <a:schemeClr val="accent5"/>
          </a:solidFill>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235938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Column Text + 3 Photo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Lst>
          </p:cNvPr>
          <p:cNvSpPr>
            <a:spLocks noGrp="1"/>
          </p:cNvSpPr>
          <p:nvPr>
            <p:ph type="title" hasCustomPrompt="1"/>
          </p:nvPr>
        </p:nvSpPr>
        <p:spPr>
          <a:xfrm>
            <a:off x="420489" y="2038764"/>
            <a:ext cx="5536174" cy="1235456"/>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Lst>
          </p:cNvPr>
          <p:cNvSpPr>
            <a:spLocks noGrp="1"/>
          </p:cNvSpPr>
          <p:nvPr>
            <p:ph type="body" sz="half" idx="2" hasCustomPrompt="1"/>
          </p:nvPr>
        </p:nvSpPr>
        <p:spPr>
          <a:xfrm>
            <a:off x="417669" y="3428726"/>
            <a:ext cx="5538994"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3" name="Picture Placeholder 2">
            <a:extLst>
              <a:ext uri="{FF2B5EF4-FFF2-40B4-BE49-F238E27FC236}">
                <a16:creationId xmlns:a16="http://schemas.microsoft.com/office/drawing/2014/main" id="{0E4453FC-9ACD-2BD9-D95C-9641E9530AEF}"/>
              </a:ext>
            </a:extLst>
          </p:cNvPr>
          <p:cNvSpPr>
            <a:spLocks noGrp="1"/>
          </p:cNvSpPr>
          <p:nvPr>
            <p:ph type="pic" idx="1" hasCustomPrompt="1"/>
          </p:nvPr>
        </p:nvSpPr>
        <p:spPr>
          <a:xfrm>
            <a:off x="6414182" y="1672046"/>
            <a:ext cx="6586693" cy="4040777"/>
          </a:xfrm>
          <a:prstGeom prst="rect">
            <a:avLst/>
          </a:prstGeom>
          <a:solidFill>
            <a:schemeClr val="accent5"/>
          </a:solidFill>
          <a:ln>
            <a:solidFill>
              <a:schemeClr val="bg1"/>
            </a:solidFill>
          </a:ln>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
        <p:nvSpPr>
          <p:cNvPr id="4" name="Picture Placeholder 2">
            <a:extLst>
              <a:ext uri="{FF2B5EF4-FFF2-40B4-BE49-F238E27FC236}">
                <a16:creationId xmlns:a16="http://schemas.microsoft.com/office/drawing/2014/main" id="{1855A2D2-CB1F-E260-6EEA-7E2D6D512F1B}"/>
              </a:ext>
            </a:extLst>
          </p:cNvPr>
          <p:cNvSpPr>
            <a:spLocks noGrp="1"/>
          </p:cNvSpPr>
          <p:nvPr>
            <p:ph type="pic" idx="11" hasCustomPrompt="1"/>
          </p:nvPr>
        </p:nvSpPr>
        <p:spPr>
          <a:xfrm>
            <a:off x="6414181" y="5712822"/>
            <a:ext cx="3296717" cy="4044493"/>
          </a:xfrm>
          <a:prstGeom prst="rect">
            <a:avLst/>
          </a:prstGeom>
          <a:solidFill>
            <a:schemeClr val="accent5"/>
          </a:solidFill>
          <a:ln w="9525">
            <a:solidFill>
              <a:schemeClr val="bg1"/>
            </a:solidFill>
          </a:ln>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
        <p:nvSpPr>
          <p:cNvPr id="2" name="Picture Placeholder 2">
            <a:extLst>
              <a:ext uri="{FF2B5EF4-FFF2-40B4-BE49-F238E27FC236}">
                <a16:creationId xmlns:a16="http://schemas.microsoft.com/office/drawing/2014/main" id="{E9823783-F8CE-C00A-E2E8-141FB0CBA29A}"/>
              </a:ext>
            </a:extLst>
          </p:cNvPr>
          <p:cNvSpPr>
            <a:spLocks noGrp="1"/>
          </p:cNvSpPr>
          <p:nvPr>
            <p:ph type="pic" idx="10" hasCustomPrompt="1"/>
          </p:nvPr>
        </p:nvSpPr>
        <p:spPr>
          <a:xfrm>
            <a:off x="9704158" y="5712824"/>
            <a:ext cx="3296717" cy="4040777"/>
          </a:xfrm>
          <a:prstGeom prst="rect">
            <a:avLst/>
          </a:prstGeom>
          <a:solidFill>
            <a:schemeClr val="accent5"/>
          </a:solidFill>
          <a:ln>
            <a:solidFill>
              <a:schemeClr val="bg1"/>
            </a:solidFill>
          </a:ln>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7046747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Full-Wid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50CA1-FF95-DB59-A307-6E7802C571C9}"/>
              </a:ext>
            </a:extLst>
          </p:cNvPr>
          <p:cNvSpPr>
            <a:spLocks noGrp="1"/>
          </p:cNvSpPr>
          <p:nvPr>
            <p:ph type="title" hasCustomPrompt="1"/>
          </p:nvPr>
        </p:nvSpPr>
        <p:spPr>
          <a:xfrm>
            <a:off x="420489" y="2139913"/>
            <a:ext cx="5536174" cy="1235456"/>
          </a:xfrm>
        </p:spPr>
        <p:txBody>
          <a:bodyPr/>
          <a:lstStyle/>
          <a:p>
            <a:r>
              <a:rPr lang="en-US" dirty="0"/>
              <a:t>Click to edit title</a:t>
            </a:r>
          </a:p>
        </p:txBody>
      </p:sp>
      <p:sp>
        <p:nvSpPr>
          <p:cNvPr id="3" name="Picture Placeholder 2">
            <a:extLst>
              <a:ext uri="{FF2B5EF4-FFF2-40B4-BE49-F238E27FC236}">
                <a16:creationId xmlns:a16="http://schemas.microsoft.com/office/drawing/2014/main" id="{0E4453FC-9ACD-2BD9-D95C-9641E9530AEF}"/>
              </a:ext>
            </a:extLst>
          </p:cNvPr>
          <p:cNvSpPr>
            <a:spLocks noGrp="1"/>
          </p:cNvSpPr>
          <p:nvPr>
            <p:ph type="pic" idx="1" hasCustomPrompt="1"/>
          </p:nvPr>
        </p:nvSpPr>
        <p:spPr>
          <a:xfrm>
            <a:off x="0" y="1"/>
            <a:ext cx="13004800" cy="9753600"/>
          </a:xfrm>
          <a:prstGeom prst="rect">
            <a:avLst/>
          </a:prstGeom>
          <a:solidFill>
            <a:schemeClr val="accent5"/>
          </a:solidFill>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9548469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5" name="Content Placeholder 2">
            <a:extLst>
              <a:ext uri="{FF2B5EF4-FFF2-40B4-BE49-F238E27FC236}">
                <a16:creationId xmlns:a16="http://schemas.microsoft.com/office/drawing/2014/main" id="{F693510E-E52A-43D2-D96B-9045F9A06C1D}"/>
              </a:ext>
              <a:ext uri="{C183D7F6-B498-43B3-948B-1728B52AA6E4}">
                <adec:decorative xmlns:adec="http://schemas.microsoft.com/office/drawing/2017/decorative" val="0"/>
              </a:ext>
            </a:extLst>
          </p:cNvPr>
          <p:cNvSpPr>
            <a:spLocks noGrp="1"/>
          </p:cNvSpPr>
          <p:nvPr>
            <p:ph idx="1" hasCustomPrompt="1"/>
          </p:nvPr>
        </p:nvSpPr>
        <p:spPr>
          <a:xfrm>
            <a:off x="420489" y="3487107"/>
            <a:ext cx="11216640" cy="5757399"/>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1136225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A19231-8A35-C0C4-A52C-FD510095F937}"/>
              </a:ext>
            </a:extLst>
          </p:cNvPr>
          <p:cNvSpPr>
            <a:spLocks noGrp="1"/>
          </p:cNvSpPr>
          <p:nvPr>
            <p:ph type="title"/>
          </p:nvPr>
        </p:nvSpPr>
        <p:spPr>
          <a:xfrm>
            <a:off x="420489" y="2139913"/>
            <a:ext cx="11216640" cy="1235456"/>
          </a:xfrm>
          <a:prstGeom prst="rect">
            <a:avLst/>
          </a:prstGeom>
        </p:spPr>
        <p:txBody>
          <a:bodyPr vert="horz" lIns="91440" tIns="45720" rIns="91440" bIns="45720" rtlCol="0" anchor="ctr" anchorCtr="0">
            <a:noAutofit/>
          </a:bodyPr>
          <a:lstStyle/>
          <a:p>
            <a:r>
              <a:rPr lang="en-US" dirty="0"/>
              <a:t>Click to edit title</a:t>
            </a:r>
          </a:p>
        </p:txBody>
      </p:sp>
      <p:sp>
        <p:nvSpPr>
          <p:cNvPr id="3" name="Text Placeholder 2">
            <a:extLst>
              <a:ext uri="{FF2B5EF4-FFF2-40B4-BE49-F238E27FC236}">
                <a16:creationId xmlns:a16="http://schemas.microsoft.com/office/drawing/2014/main" id="{AE6E5F18-0F44-D0C4-865B-4F1686C20A3A}"/>
              </a:ext>
            </a:extLst>
          </p:cNvPr>
          <p:cNvSpPr>
            <a:spLocks noGrp="1"/>
          </p:cNvSpPr>
          <p:nvPr>
            <p:ph type="body" idx="1"/>
          </p:nvPr>
        </p:nvSpPr>
        <p:spPr>
          <a:xfrm>
            <a:off x="420489" y="3588256"/>
            <a:ext cx="11216640" cy="5757399"/>
          </a:xfrm>
          <a:prstGeom prst="rect">
            <a:avLst/>
          </a:prstGeom>
        </p:spPr>
        <p:txBody>
          <a:bodyPr vert="horz" lIns="91440" tIns="45720" rIns="91440" bIns="45720" rtlCol="0">
            <a:noAutofit/>
          </a:bodyPr>
          <a:lstStyle/>
          <a:p>
            <a:pPr lvl="0"/>
            <a:r>
              <a:rPr lang="en-US" dirty="0"/>
              <a:t>Click here to edit text</a:t>
            </a:r>
          </a:p>
          <a:p>
            <a:pPr lvl="0"/>
            <a:r>
              <a:rPr lang="en-US" dirty="0"/>
              <a:t>Click here to edit text</a:t>
            </a:r>
          </a:p>
          <a:p>
            <a:pPr lvl="1"/>
            <a:r>
              <a:rPr lang="en-US" dirty="0"/>
              <a:t>Second text level</a:t>
            </a:r>
          </a:p>
          <a:p>
            <a:pPr lvl="1"/>
            <a:r>
              <a:rPr lang="en-US" dirty="0"/>
              <a:t>Second text level</a:t>
            </a:r>
          </a:p>
          <a:p>
            <a:pPr lvl="2"/>
            <a:r>
              <a:rPr lang="en-US" dirty="0"/>
              <a:t>Third text level</a:t>
            </a:r>
          </a:p>
          <a:p>
            <a:pPr lvl="2"/>
            <a:r>
              <a:rPr lang="en-US" dirty="0"/>
              <a:t>Third text level</a:t>
            </a:r>
          </a:p>
          <a:p>
            <a:pPr lvl="3"/>
            <a:r>
              <a:rPr lang="en-US" dirty="0"/>
              <a:t>Fourth text level</a:t>
            </a:r>
          </a:p>
          <a:p>
            <a:pPr lvl="4"/>
            <a:r>
              <a:rPr lang="en-US" dirty="0"/>
              <a:t>Fifth text level</a:t>
            </a:r>
          </a:p>
        </p:txBody>
      </p:sp>
      <p:sp>
        <p:nvSpPr>
          <p:cNvPr id="6" name="Slide Number Placeholder 5">
            <a:extLst>
              <a:ext uri="{FF2B5EF4-FFF2-40B4-BE49-F238E27FC236}">
                <a16:creationId xmlns:a16="http://schemas.microsoft.com/office/drawing/2014/main" id="{37C7C836-75E5-4C64-D3C5-1D1833BAD801}"/>
              </a:ext>
              <a:ext uri="{C183D7F6-B498-43B3-948B-1728B52AA6E4}">
                <adec:decorative xmlns:adec="http://schemas.microsoft.com/office/drawing/2017/decorative" val="0"/>
              </a:ext>
            </a:extLst>
          </p:cNvPr>
          <p:cNvSpPr>
            <a:spLocks noGrp="1"/>
          </p:cNvSpPr>
          <p:nvPr>
            <p:ph type="sldNum" sz="quarter" idx="4"/>
          </p:nvPr>
        </p:nvSpPr>
        <p:spPr>
          <a:xfrm>
            <a:off x="11848086" y="8826366"/>
            <a:ext cx="739046" cy="519289"/>
          </a:xfrm>
          <a:prstGeom prst="rect">
            <a:avLst/>
          </a:prstGeom>
        </p:spPr>
        <p:txBody>
          <a:bodyPr vert="horz" lIns="91440" tIns="45720" rIns="91440" bIns="45720" rtlCol="0" anchor="ctr"/>
          <a:lstStyle>
            <a:lvl1pPr algn="r">
              <a:defRPr sz="1280" b="1">
                <a:solidFill>
                  <a:schemeClr val="tx1"/>
                </a:solidFill>
                <a:latin typeface="Arial" panose="020B0604020202020204" pitchFamily="34" charset="0"/>
                <a:cs typeface="Arial" panose="020B0604020202020204" pitchFamily="34" charset="0"/>
              </a:defRPr>
            </a:lvl1pPr>
          </a:lstStyle>
          <a:p>
            <a:fld id="{86CB4B4D-7CA3-9044-876B-883B54F8677D}" type="slidenum">
              <a:rPr lang="en-US" smtClean="0"/>
              <a:t>‹#›</a:t>
            </a:fld>
            <a:endParaRPr lang="en-US"/>
          </a:p>
        </p:txBody>
      </p:sp>
      <p:pic>
        <p:nvPicPr>
          <p:cNvPr id="4" name="Picture 3">
            <a:extLst>
              <a:ext uri="{FF2B5EF4-FFF2-40B4-BE49-F238E27FC236}">
                <a16:creationId xmlns:a16="http://schemas.microsoft.com/office/drawing/2014/main" id="{253DEE38-7B4E-C8A4-CC0C-614E4A2B60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19"/>
          <a:stretch>
            <a:fillRect/>
          </a:stretch>
        </p:blipFill>
        <p:spPr>
          <a:xfrm>
            <a:off x="234579" y="329238"/>
            <a:ext cx="5859012" cy="906193"/>
          </a:xfrm>
          <a:prstGeom prst="rect">
            <a:avLst/>
          </a:prstGeom>
        </p:spPr>
      </p:pic>
    </p:spTree>
    <p:extLst>
      <p:ext uri="{BB962C8B-B14F-4D97-AF65-F5344CB8AC3E}">
        <p14:creationId xmlns:p14="http://schemas.microsoft.com/office/powerpoint/2010/main" val="1445263217"/>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7" r:id="rId16"/>
  </p:sldLayoutIdLst>
  <p:txStyles>
    <p:titleStyle>
      <a:lvl1pPr algn="l" defTabSz="975390" rtl="0" eaLnBrk="1" latinLnBrk="0" hangingPunct="1">
        <a:lnSpc>
          <a:spcPct val="90000"/>
        </a:lnSpc>
        <a:spcBef>
          <a:spcPct val="0"/>
        </a:spcBef>
        <a:buNone/>
        <a:defRPr sz="3840" b="0" i="0" kern="1200">
          <a:solidFill>
            <a:schemeClr val="tx2"/>
          </a:solidFill>
          <a:latin typeface="Georgia" panose="02040502050405020303" pitchFamily="18" charset="0"/>
          <a:ea typeface="+mj-ea"/>
          <a:cs typeface="Arial" panose="020B0604020202020204" pitchFamily="34" charset="0"/>
        </a:defRPr>
      </a:lvl1pPr>
    </p:titleStyle>
    <p:bodyStyle>
      <a:lvl1pPr marL="243848" indent="-243848" algn="l" defTabSz="975390" rtl="0" eaLnBrk="1" latinLnBrk="0" hangingPunct="1">
        <a:lnSpc>
          <a:spcPct val="120000"/>
        </a:lnSpc>
        <a:spcBef>
          <a:spcPts val="1067"/>
        </a:spcBef>
        <a:buClr>
          <a:schemeClr val="tx2"/>
        </a:buClr>
        <a:buFont typeface="Arial" panose="020B0604020202020204" pitchFamily="34" charset="0"/>
        <a:buChar char="•"/>
        <a:defRPr sz="2133" kern="1200">
          <a:solidFill>
            <a:schemeClr val="tx1"/>
          </a:solidFill>
          <a:latin typeface="Arial" panose="020B0604020202020204" pitchFamily="34" charset="0"/>
          <a:ea typeface="+mn-ea"/>
          <a:cs typeface="Arial" panose="020B0604020202020204" pitchFamily="34" charset="0"/>
        </a:defRPr>
      </a:lvl1pPr>
      <a:lvl2pPr marL="731543" indent="-243848" algn="l" defTabSz="975390" rtl="0" eaLnBrk="1" latinLnBrk="0" hangingPunct="1">
        <a:lnSpc>
          <a:spcPct val="120000"/>
        </a:lnSpc>
        <a:spcBef>
          <a:spcPts val="1067"/>
        </a:spcBef>
        <a:buClr>
          <a:schemeClr val="tx2"/>
        </a:buClr>
        <a:buFont typeface="System Font Regular"/>
        <a:buChar char="−"/>
        <a:defRPr sz="2133" kern="1200">
          <a:solidFill>
            <a:schemeClr val="tx1"/>
          </a:solidFill>
          <a:latin typeface="Arial" panose="020B0604020202020204" pitchFamily="34" charset="0"/>
          <a:ea typeface="+mn-ea"/>
          <a:cs typeface="Arial" panose="020B0604020202020204" pitchFamily="34" charset="0"/>
        </a:defRPr>
      </a:lvl2pPr>
      <a:lvl3pPr marL="1219238" indent="-243848" algn="l" defTabSz="975390" rtl="0" eaLnBrk="1" latinLnBrk="0" hangingPunct="1">
        <a:lnSpc>
          <a:spcPct val="120000"/>
        </a:lnSpc>
        <a:spcBef>
          <a:spcPts val="1067"/>
        </a:spcBef>
        <a:buClr>
          <a:schemeClr val="tx2"/>
        </a:buClr>
        <a:buFont typeface="Arial" panose="020B0604020202020204" pitchFamily="34" charset="0"/>
        <a:buChar char="•"/>
        <a:defRPr sz="1920" kern="1200">
          <a:solidFill>
            <a:schemeClr val="tx1"/>
          </a:solidFill>
          <a:latin typeface="Arial" panose="020B0604020202020204" pitchFamily="34" charset="0"/>
          <a:ea typeface="+mn-ea"/>
          <a:cs typeface="Arial" panose="020B0604020202020204" pitchFamily="34" charset="0"/>
        </a:defRPr>
      </a:lvl3pPr>
      <a:lvl4pPr marL="1706933" indent="-243848" algn="l" defTabSz="975390" rtl="0" eaLnBrk="1" latinLnBrk="0" hangingPunct="1">
        <a:lnSpc>
          <a:spcPct val="120000"/>
        </a:lnSpc>
        <a:spcBef>
          <a:spcPts val="1067"/>
        </a:spcBef>
        <a:buClr>
          <a:schemeClr val="tx2"/>
        </a:buClr>
        <a:buFont typeface="Arial" panose="020B0604020202020204" pitchFamily="34" charset="0"/>
        <a:buChar char="•"/>
        <a:defRPr sz="1920" kern="1200">
          <a:solidFill>
            <a:schemeClr val="tx1"/>
          </a:solidFill>
          <a:latin typeface="Arial" panose="020B0604020202020204" pitchFamily="34" charset="0"/>
          <a:ea typeface="+mn-ea"/>
          <a:cs typeface="Arial" panose="020B0604020202020204" pitchFamily="34" charset="0"/>
        </a:defRPr>
      </a:lvl4pPr>
      <a:lvl5pPr marL="2194629" indent="-243848" algn="l" defTabSz="975390" rtl="0" eaLnBrk="1" latinLnBrk="0" hangingPunct="1">
        <a:lnSpc>
          <a:spcPct val="120000"/>
        </a:lnSpc>
        <a:spcBef>
          <a:spcPts val="1067"/>
        </a:spcBef>
        <a:buClr>
          <a:schemeClr val="tx2"/>
        </a:buClr>
        <a:buFont typeface="Arial" panose="020B0604020202020204" pitchFamily="34" charset="0"/>
        <a:buChar char="•"/>
        <a:defRPr sz="1920" kern="1200">
          <a:solidFill>
            <a:schemeClr val="tx1"/>
          </a:solidFill>
          <a:latin typeface="Arial" panose="020B0604020202020204" pitchFamily="34" charset="0"/>
          <a:ea typeface="+mn-ea"/>
          <a:cs typeface="Arial" panose="020B0604020202020204" pitchFamily="34" charset="0"/>
        </a:defRPr>
      </a:lvl5pPr>
      <a:lvl6pPr marL="268232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7001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71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410"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p:bodyStyle>
    <p:otherStyle>
      <a:defPPr>
        <a:defRPr lang="en-US"/>
      </a:defPPr>
      <a:lvl1pPr marL="0" algn="l" defTabSz="975390" rtl="0" eaLnBrk="1" latinLnBrk="0" hangingPunct="1">
        <a:defRPr sz="1920" kern="1200">
          <a:solidFill>
            <a:schemeClr val="tx1"/>
          </a:solidFill>
          <a:latin typeface="+mn-lt"/>
          <a:ea typeface="+mn-ea"/>
          <a:cs typeface="+mn-cs"/>
        </a:defRPr>
      </a:lvl1pPr>
      <a:lvl2pPr marL="487695" algn="l" defTabSz="975390" rtl="0" eaLnBrk="1" latinLnBrk="0" hangingPunct="1">
        <a:defRPr sz="1920" kern="1200">
          <a:solidFill>
            <a:schemeClr val="tx1"/>
          </a:solidFill>
          <a:latin typeface="+mn-lt"/>
          <a:ea typeface="+mn-ea"/>
          <a:cs typeface="+mn-cs"/>
        </a:defRPr>
      </a:lvl2pPr>
      <a:lvl3pPr marL="975390" algn="l" defTabSz="975390" rtl="0" eaLnBrk="1" latinLnBrk="0" hangingPunct="1">
        <a:defRPr sz="1920" kern="1200">
          <a:solidFill>
            <a:schemeClr val="tx1"/>
          </a:solidFill>
          <a:latin typeface="+mn-lt"/>
          <a:ea typeface="+mn-ea"/>
          <a:cs typeface="+mn-cs"/>
        </a:defRPr>
      </a:lvl3pPr>
      <a:lvl4pPr marL="1463086" algn="l" defTabSz="975390" rtl="0" eaLnBrk="1" latinLnBrk="0" hangingPunct="1">
        <a:defRPr sz="1920" kern="1200">
          <a:solidFill>
            <a:schemeClr val="tx1"/>
          </a:solidFill>
          <a:latin typeface="+mn-lt"/>
          <a:ea typeface="+mn-ea"/>
          <a:cs typeface="+mn-cs"/>
        </a:defRPr>
      </a:lvl4pPr>
      <a:lvl5pPr marL="1950781" algn="l" defTabSz="975390" rtl="0" eaLnBrk="1" latinLnBrk="0" hangingPunct="1">
        <a:defRPr sz="1920" kern="1200">
          <a:solidFill>
            <a:schemeClr val="tx1"/>
          </a:solidFill>
          <a:latin typeface="+mn-lt"/>
          <a:ea typeface="+mn-ea"/>
          <a:cs typeface="+mn-cs"/>
        </a:defRPr>
      </a:lvl5pPr>
      <a:lvl6pPr marL="2438476" algn="l" defTabSz="975390" rtl="0" eaLnBrk="1" latinLnBrk="0" hangingPunct="1">
        <a:defRPr sz="1920" kern="1200">
          <a:solidFill>
            <a:schemeClr val="tx1"/>
          </a:solidFill>
          <a:latin typeface="+mn-lt"/>
          <a:ea typeface="+mn-ea"/>
          <a:cs typeface="+mn-cs"/>
        </a:defRPr>
      </a:lvl6pPr>
      <a:lvl7pPr marL="2926171" algn="l" defTabSz="975390" rtl="0" eaLnBrk="1" latinLnBrk="0" hangingPunct="1">
        <a:defRPr sz="1920" kern="1200">
          <a:solidFill>
            <a:schemeClr val="tx1"/>
          </a:solidFill>
          <a:latin typeface="+mn-lt"/>
          <a:ea typeface="+mn-ea"/>
          <a:cs typeface="+mn-cs"/>
        </a:defRPr>
      </a:lvl7pPr>
      <a:lvl8pPr marL="3413867" algn="l" defTabSz="975390" rtl="0" eaLnBrk="1" latinLnBrk="0" hangingPunct="1">
        <a:defRPr sz="1920" kern="1200">
          <a:solidFill>
            <a:schemeClr val="tx1"/>
          </a:solidFill>
          <a:latin typeface="+mn-lt"/>
          <a:ea typeface="+mn-ea"/>
          <a:cs typeface="+mn-cs"/>
        </a:defRPr>
      </a:lvl8pPr>
      <a:lvl9pPr marL="3901562" algn="l" defTabSz="975390" rtl="0" eaLnBrk="1" latinLnBrk="0" hangingPunct="1">
        <a:defRPr sz="19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en.wikipedia.org/wiki/Capacity_factor"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en.wikipedia.org/wiki/Capacity_factor"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ourworldindata.org/grapher/death-rates-from-energy-production-per-twh" TargetMode="External"/><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10FA-7ECD-D4D9-D377-60E0FE6A9038}"/>
              </a:ext>
              <a:ext uri="{C183D7F6-B498-43B3-948B-1728B52AA6E4}">
                <adec:decorative xmlns:adec="http://schemas.microsoft.com/office/drawing/2017/decorative" val="0"/>
              </a:ext>
            </a:extLst>
          </p:cNvPr>
          <p:cNvSpPr>
            <a:spLocks noGrp="1"/>
          </p:cNvSpPr>
          <p:nvPr>
            <p:ph type="ctrTitle" hasCustomPrompt="1"/>
          </p:nvPr>
        </p:nvSpPr>
        <p:spPr>
          <a:xfrm>
            <a:off x="436462" y="296883"/>
            <a:ext cx="11977211" cy="6123203"/>
          </a:xfrm>
        </p:spPr>
        <p:txBody>
          <a:bodyPr/>
          <a:lstStyle/>
          <a:p>
            <a:pPr algn="ctr"/>
            <a:r>
              <a:rPr dirty="0"/>
              <a:t>Lecture </a:t>
            </a:r>
            <a:r>
              <a:rPr lang="en-US" dirty="0"/>
              <a:t>4</a:t>
            </a:r>
            <a:r>
              <a:rPr dirty="0"/>
              <a:t> — </a:t>
            </a:r>
            <a:br>
              <a:rPr lang="en-US" dirty="0"/>
            </a:br>
            <a:br>
              <a:rPr lang="en-US" dirty="0"/>
            </a:br>
            <a:r>
              <a:rPr lang="en-US" dirty="0"/>
              <a:t>energy generation</a:t>
            </a:r>
            <a:endParaRPr dirty="0"/>
          </a:p>
        </p:txBody>
      </p:sp>
      <p:sp>
        <p:nvSpPr>
          <p:cNvPr id="3" name="Subtitle 2">
            <a:extLst>
              <a:ext uri="{FF2B5EF4-FFF2-40B4-BE49-F238E27FC236}">
                <a16:creationId xmlns:a16="http://schemas.microsoft.com/office/drawing/2014/main" id="{17573CCE-562D-8451-99E0-194B6D8D3B0A}"/>
              </a:ext>
              <a:ext uri="{C183D7F6-B498-43B3-948B-1728B52AA6E4}">
                <adec:decorative xmlns:adec="http://schemas.microsoft.com/office/drawing/2017/decorative" val="0"/>
              </a:ext>
            </a:extLst>
          </p:cNvPr>
          <p:cNvSpPr>
            <a:spLocks noGrp="1"/>
          </p:cNvSpPr>
          <p:nvPr>
            <p:ph type="subTitle" idx="1" hasCustomPrompt="1"/>
          </p:nvPr>
        </p:nvSpPr>
        <p:spPr>
          <a:xfrm>
            <a:off x="436462" y="6809132"/>
            <a:ext cx="9753600" cy="1589339"/>
          </a:xfrm>
          <a:prstGeom prst="rect">
            <a:avLst/>
          </a:prstGeom>
        </p:spPr>
        <p:txBody>
          <a:bodyPr/>
          <a:lstStyle/>
          <a:p>
            <a:r>
              <a:rPr dirty="0"/>
              <a:t>PHY199-RAP · Energy in the 21st Century</a:t>
            </a:r>
            <a:br>
              <a:rPr dirty="0"/>
            </a:br>
            <a:br>
              <a:rPr dirty="0"/>
            </a:br>
            <a:r>
              <a:rPr dirty="0"/>
              <a:t>Dr. Salvatore Rappoccio</a:t>
            </a:r>
          </a:p>
        </p:txBody>
      </p:sp>
      <p:sp>
        <p:nvSpPr>
          <p:cNvPr id="4" name=" 3"/>
          <p:cNvSpPr/>
          <p:nvPr/>
        </p:nvSpPr>
        <p:spPr/>
        <p:txBody>
          <a:bodyPr/>
          <a:lstStyle/>
          <a:p>
            <a:endParaRPr lang="en-US" sz="192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F810B-14EC-D018-DFAC-F9F4ABA44D2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1BAFCC5-BC4A-3A4F-4B78-3869A8EFB947}"/>
              </a:ext>
            </a:extLst>
          </p:cNvPr>
          <p:cNvSpPr>
            <a:spLocks noGrp="1"/>
          </p:cNvSpPr>
          <p:nvPr>
            <p:ph type="ctrTitle"/>
          </p:nvPr>
        </p:nvSpPr>
        <p:spPr/>
        <p:txBody>
          <a:bodyPr/>
          <a:lstStyle/>
          <a:p>
            <a:r>
              <a:rPr lang="en-US" dirty="0"/>
              <a:t>Grid efficacy</a:t>
            </a:r>
          </a:p>
        </p:txBody>
      </p:sp>
    </p:spTree>
    <p:extLst>
      <p:ext uri="{BB962C8B-B14F-4D97-AF65-F5344CB8AC3E}">
        <p14:creationId xmlns:p14="http://schemas.microsoft.com/office/powerpoint/2010/main" val="884072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95173-2C8E-901C-1C36-555CB060B361}"/>
              </a:ext>
            </a:extLst>
          </p:cNvPr>
          <p:cNvSpPr>
            <a:spLocks noGrp="1"/>
          </p:cNvSpPr>
          <p:nvPr>
            <p:ph type="title"/>
          </p:nvPr>
        </p:nvSpPr>
        <p:spPr/>
        <p:txBody>
          <a:bodyPr/>
          <a:lstStyle/>
          <a:p>
            <a:r>
              <a:rPr lang="en-US" dirty="0">
                <a:hlinkClick r:id="rId2"/>
              </a:rPr>
              <a:t>Capacity Factor</a:t>
            </a:r>
            <a:endParaRPr lang="en-US" dirty="0"/>
          </a:p>
        </p:txBody>
      </p:sp>
      <p:sp>
        <p:nvSpPr>
          <p:cNvPr id="3" name="Content Placeholder 2">
            <a:extLst>
              <a:ext uri="{FF2B5EF4-FFF2-40B4-BE49-F238E27FC236}">
                <a16:creationId xmlns:a16="http://schemas.microsoft.com/office/drawing/2014/main" id="{64049B6A-0AA9-39F6-D211-7391C9C47B10}"/>
              </a:ext>
            </a:extLst>
          </p:cNvPr>
          <p:cNvSpPr>
            <a:spLocks noGrp="1"/>
          </p:cNvSpPr>
          <p:nvPr>
            <p:ph idx="1"/>
          </p:nvPr>
        </p:nvSpPr>
        <p:spPr>
          <a:xfrm>
            <a:off x="420489" y="3487107"/>
            <a:ext cx="4943248" cy="5757399"/>
          </a:xfrm>
        </p:spPr>
        <p:txBody>
          <a:bodyPr/>
          <a:lstStyle/>
          <a:p>
            <a:r>
              <a:rPr lang="en-US" dirty="0"/>
              <a:t>Defined as the “ratio of actual electrical energy output over a given period of time to the theoretical maximum electrical energy output over that period”</a:t>
            </a:r>
          </a:p>
          <a:p>
            <a:r>
              <a:rPr lang="en-US" dirty="0"/>
              <a:t>What limits capacity factor?</a:t>
            </a:r>
          </a:p>
          <a:p>
            <a:pPr lvl="1"/>
            <a:r>
              <a:rPr lang="en-US" dirty="0"/>
              <a:t>Availability of fuel or source</a:t>
            </a:r>
          </a:p>
          <a:p>
            <a:pPr lvl="1"/>
            <a:r>
              <a:rPr lang="en-US" dirty="0"/>
              <a:t>Cooling</a:t>
            </a:r>
          </a:p>
          <a:p>
            <a:pPr lvl="1"/>
            <a:r>
              <a:rPr lang="en-US" dirty="0"/>
              <a:t>Efficiency (maintenance, outages) </a:t>
            </a:r>
          </a:p>
          <a:p>
            <a:endParaRPr lang="en-US" dirty="0"/>
          </a:p>
          <a:p>
            <a:pPr lvl="2"/>
            <a:endParaRPr lang="en-US" dirty="0"/>
          </a:p>
          <a:p>
            <a:endParaRPr lang="en-US" dirty="0"/>
          </a:p>
        </p:txBody>
      </p:sp>
      <p:pic>
        <p:nvPicPr>
          <p:cNvPr id="4" name="Picture 3" descr="Capacity factor as a function of year, 2000-2018, for Nuclear (near 0.8), geothermal (near 0.7), biomass (near 0.55), fossil (near 0.48), hydro (near 0.42), wind (near 0.2), and solar (near 0.17).  From Bolson N, Prieto P, Patzek T. Capacity factors for electrical power generation from renewable and nonrenewable sources. Proc Natl Acad Sci U S A. 2022 Dec 27;119(52):e2205429119. doi: 10.1073/pnas.2205429119. Epub 2022 Dec 20. PMID: 36538483; PMCID: PMC9907140.">
            <a:extLst>
              <a:ext uri="{FF2B5EF4-FFF2-40B4-BE49-F238E27FC236}">
                <a16:creationId xmlns:a16="http://schemas.microsoft.com/office/drawing/2014/main" id="{F4942783-BCA2-4709-A20E-FEC2531467CA}"/>
              </a:ext>
            </a:extLst>
          </p:cNvPr>
          <p:cNvPicPr>
            <a:picLocks noChangeAspect="1"/>
          </p:cNvPicPr>
          <p:nvPr/>
        </p:nvPicPr>
        <p:blipFill>
          <a:blip r:embed="rId3"/>
          <a:stretch>
            <a:fillRect/>
          </a:stretch>
        </p:blipFill>
        <p:spPr>
          <a:xfrm>
            <a:off x="5497551" y="2390972"/>
            <a:ext cx="7201365" cy="5583081"/>
          </a:xfrm>
          <a:prstGeom prst="rect">
            <a:avLst/>
          </a:prstGeom>
        </p:spPr>
      </p:pic>
      <p:sp>
        <p:nvSpPr>
          <p:cNvPr id="5" name="TextBox 4">
            <a:extLst>
              <a:ext uri="{FF2B5EF4-FFF2-40B4-BE49-F238E27FC236}">
                <a16:creationId xmlns:a16="http://schemas.microsoft.com/office/drawing/2014/main" id="{D5B0B3A0-22AF-2EC8-330A-2A299B05D051}"/>
              </a:ext>
            </a:extLst>
          </p:cNvPr>
          <p:cNvSpPr txBox="1"/>
          <p:nvPr/>
        </p:nvSpPr>
        <p:spPr>
          <a:xfrm>
            <a:off x="6197756" y="8504531"/>
            <a:ext cx="6501160" cy="496161"/>
          </a:xfrm>
          <a:prstGeom prst="rect">
            <a:avLst/>
          </a:prstGeom>
          <a:noFill/>
        </p:spPr>
        <p:txBody>
          <a:bodyPr wrap="square">
            <a:spAutoFit/>
          </a:bodyPr>
          <a:lstStyle/>
          <a:p>
            <a:r>
              <a:rPr lang="en-US" sz="1800" b="0" i="0" u="none" strike="noStrike" dirty="0">
                <a:solidFill>
                  <a:schemeClr val="tx1"/>
                </a:solidFill>
                <a:effectLst/>
                <a:latin typeface="+mn-lt"/>
              </a:rPr>
              <a:t>World capacity factor. The solid line is for the capacity factor, and the dashed line shows weighted capacity factor for the respective year.</a:t>
            </a:r>
            <a:endParaRPr lang="en-US" dirty="0"/>
          </a:p>
        </p:txBody>
      </p:sp>
      <p:sp>
        <p:nvSpPr>
          <p:cNvPr id="6" name="TextBox 5">
            <a:extLst>
              <a:ext uri="{FF2B5EF4-FFF2-40B4-BE49-F238E27FC236}">
                <a16:creationId xmlns:a16="http://schemas.microsoft.com/office/drawing/2014/main" id="{96E42DA4-E544-EB45-AAD5-7015DDB9BBE5}"/>
              </a:ext>
            </a:extLst>
          </p:cNvPr>
          <p:cNvSpPr txBox="1"/>
          <p:nvPr/>
        </p:nvSpPr>
        <p:spPr>
          <a:xfrm>
            <a:off x="6213043" y="1544306"/>
            <a:ext cx="6501160" cy="650947"/>
          </a:xfrm>
          <a:prstGeom prst="rect">
            <a:avLst/>
          </a:prstGeom>
          <a:noFill/>
        </p:spPr>
        <p:txBody>
          <a:bodyPr wrap="square">
            <a:spAutoFit/>
          </a:bodyPr>
          <a:lstStyle/>
          <a:p>
            <a:r>
              <a:rPr lang="en-US" b="1" dirty="0"/>
              <a:t>Capacity factors for electrical power generation from renewable and nonrenewable sources</a:t>
            </a:r>
          </a:p>
        </p:txBody>
      </p:sp>
    </p:spTree>
    <p:extLst>
      <p:ext uri="{BB962C8B-B14F-4D97-AF65-F5344CB8AC3E}">
        <p14:creationId xmlns:p14="http://schemas.microsoft.com/office/powerpoint/2010/main" val="928800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37609-F0AF-2BE0-428D-C08A131FAB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D165FC-54C2-FD0D-59B4-9263FF3D1E10}"/>
              </a:ext>
            </a:extLst>
          </p:cNvPr>
          <p:cNvSpPr>
            <a:spLocks noGrp="1"/>
          </p:cNvSpPr>
          <p:nvPr>
            <p:ph type="title"/>
          </p:nvPr>
        </p:nvSpPr>
        <p:spPr/>
        <p:txBody>
          <a:bodyPr/>
          <a:lstStyle/>
          <a:p>
            <a:r>
              <a:rPr lang="en-US" dirty="0">
                <a:hlinkClick r:id="rId2"/>
              </a:rPr>
              <a:t>Capacity Factor</a:t>
            </a:r>
            <a:endParaRPr lang="en-US" dirty="0"/>
          </a:p>
        </p:txBody>
      </p:sp>
      <p:sp>
        <p:nvSpPr>
          <p:cNvPr id="3" name="Content Placeholder 2">
            <a:extLst>
              <a:ext uri="{FF2B5EF4-FFF2-40B4-BE49-F238E27FC236}">
                <a16:creationId xmlns:a16="http://schemas.microsoft.com/office/drawing/2014/main" id="{EB87A433-0220-7696-BDDB-8C7661AAD3F7}"/>
              </a:ext>
            </a:extLst>
          </p:cNvPr>
          <p:cNvSpPr>
            <a:spLocks noGrp="1"/>
          </p:cNvSpPr>
          <p:nvPr>
            <p:ph idx="1"/>
          </p:nvPr>
        </p:nvSpPr>
        <p:spPr>
          <a:xfrm>
            <a:off x="420489" y="3487107"/>
            <a:ext cx="4943248" cy="5757399"/>
          </a:xfrm>
        </p:spPr>
        <p:txBody>
          <a:bodyPr/>
          <a:lstStyle/>
          <a:p>
            <a:r>
              <a:rPr lang="en-US" dirty="0"/>
              <a:t>What limits capacity factor?</a:t>
            </a:r>
          </a:p>
          <a:p>
            <a:pPr lvl="1"/>
            <a:r>
              <a:rPr lang="en-US" dirty="0"/>
              <a:t>Nuclear: </a:t>
            </a:r>
          </a:p>
          <a:p>
            <a:pPr lvl="2"/>
            <a:r>
              <a:rPr lang="en-US" dirty="0"/>
              <a:t>Refueling and maintenance</a:t>
            </a:r>
          </a:p>
          <a:p>
            <a:pPr lvl="1"/>
            <a:r>
              <a:rPr lang="en-US" dirty="0"/>
              <a:t>Geothermal: </a:t>
            </a:r>
          </a:p>
          <a:p>
            <a:pPr lvl="2"/>
            <a:r>
              <a:rPr lang="en-US" dirty="0"/>
              <a:t>Reservoir / resource degradation over time, maintenance</a:t>
            </a:r>
          </a:p>
          <a:p>
            <a:pPr lvl="1"/>
            <a:r>
              <a:rPr lang="en-US" dirty="0"/>
              <a:t>Biomass: </a:t>
            </a:r>
          </a:p>
          <a:p>
            <a:pPr lvl="2"/>
            <a:r>
              <a:rPr lang="en-US" dirty="0"/>
              <a:t>Fuel supply </a:t>
            </a:r>
          </a:p>
          <a:p>
            <a:endParaRPr lang="en-US" dirty="0"/>
          </a:p>
          <a:p>
            <a:pPr lvl="2"/>
            <a:endParaRPr lang="en-US" dirty="0"/>
          </a:p>
          <a:p>
            <a:endParaRPr lang="en-US" dirty="0"/>
          </a:p>
        </p:txBody>
      </p:sp>
      <p:pic>
        <p:nvPicPr>
          <p:cNvPr id="4" name="Picture 3" descr="Capacity factor as a function of year, 2000-2018, for Nuclear (near 0.8), geothermal (near 0.7), biomass (near 0.55), fossil (near 0.48), hydro (near 0.42), wind (near 0.2), and solar (near 0.17).  From Bolson N, Prieto P, Patzek T. Capacity factors for electrical power generation from renewable and nonrenewable sources. Proc Natl Acad Sci U S A. 2022 Dec 27;119(52):e2205429119. doi: 10.1073/pnas.2205429119. Epub 2022 Dec 20. PMID: 36538483; PMCID: PMC9907140.">
            <a:extLst>
              <a:ext uri="{FF2B5EF4-FFF2-40B4-BE49-F238E27FC236}">
                <a16:creationId xmlns:a16="http://schemas.microsoft.com/office/drawing/2014/main" id="{EB487804-FA7E-C4F1-4A10-10B609A73DD8}"/>
              </a:ext>
            </a:extLst>
          </p:cNvPr>
          <p:cNvPicPr>
            <a:picLocks noChangeAspect="1"/>
          </p:cNvPicPr>
          <p:nvPr/>
        </p:nvPicPr>
        <p:blipFill>
          <a:blip r:embed="rId3"/>
          <a:stretch>
            <a:fillRect/>
          </a:stretch>
        </p:blipFill>
        <p:spPr>
          <a:xfrm>
            <a:off x="5497551" y="2390972"/>
            <a:ext cx="7201365" cy="5583081"/>
          </a:xfrm>
          <a:prstGeom prst="rect">
            <a:avLst/>
          </a:prstGeom>
        </p:spPr>
      </p:pic>
      <p:sp>
        <p:nvSpPr>
          <p:cNvPr id="5" name="TextBox 4">
            <a:extLst>
              <a:ext uri="{FF2B5EF4-FFF2-40B4-BE49-F238E27FC236}">
                <a16:creationId xmlns:a16="http://schemas.microsoft.com/office/drawing/2014/main" id="{6513D9E3-4AEE-F602-3E61-D5A596D7BC12}"/>
              </a:ext>
            </a:extLst>
          </p:cNvPr>
          <p:cNvSpPr txBox="1"/>
          <p:nvPr/>
        </p:nvSpPr>
        <p:spPr>
          <a:xfrm>
            <a:off x="6197756" y="8504531"/>
            <a:ext cx="6501160" cy="496161"/>
          </a:xfrm>
          <a:prstGeom prst="rect">
            <a:avLst/>
          </a:prstGeom>
          <a:noFill/>
        </p:spPr>
        <p:txBody>
          <a:bodyPr wrap="square">
            <a:spAutoFit/>
          </a:bodyPr>
          <a:lstStyle/>
          <a:p>
            <a:r>
              <a:rPr lang="en-US" sz="1800" b="0" i="0" u="none" strike="noStrike" dirty="0">
                <a:solidFill>
                  <a:schemeClr val="tx1"/>
                </a:solidFill>
                <a:effectLst/>
                <a:latin typeface="+mn-lt"/>
              </a:rPr>
              <a:t>World capacity factor. The solid line is for the capacity factor, and the dashed line shows weighted capacity factor for the respective year.</a:t>
            </a:r>
            <a:endParaRPr lang="en-US" dirty="0"/>
          </a:p>
        </p:txBody>
      </p:sp>
      <p:sp>
        <p:nvSpPr>
          <p:cNvPr id="6" name="TextBox 5">
            <a:extLst>
              <a:ext uri="{FF2B5EF4-FFF2-40B4-BE49-F238E27FC236}">
                <a16:creationId xmlns:a16="http://schemas.microsoft.com/office/drawing/2014/main" id="{FA19110F-A0E3-4547-BCCE-F88952433465}"/>
              </a:ext>
            </a:extLst>
          </p:cNvPr>
          <p:cNvSpPr txBox="1"/>
          <p:nvPr/>
        </p:nvSpPr>
        <p:spPr>
          <a:xfrm>
            <a:off x="6213043" y="1544306"/>
            <a:ext cx="6501160" cy="650947"/>
          </a:xfrm>
          <a:prstGeom prst="rect">
            <a:avLst/>
          </a:prstGeom>
          <a:noFill/>
        </p:spPr>
        <p:txBody>
          <a:bodyPr wrap="square">
            <a:spAutoFit/>
          </a:bodyPr>
          <a:lstStyle/>
          <a:p>
            <a:r>
              <a:rPr lang="en-US" b="1" dirty="0"/>
              <a:t>Capacity factors for electrical power generation from renewable and nonrenewable sources</a:t>
            </a:r>
          </a:p>
        </p:txBody>
      </p:sp>
    </p:spTree>
    <p:extLst>
      <p:ext uri="{BB962C8B-B14F-4D97-AF65-F5344CB8AC3E}">
        <p14:creationId xmlns:p14="http://schemas.microsoft.com/office/powerpoint/2010/main" val="2495058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43C10-FE2B-4143-C704-4203D86B23BB}"/>
              </a:ext>
            </a:extLst>
          </p:cNvPr>
          <p:cNvSpPr>
            <a:spLocks noGrp="1"/>
          </p:cNvSpPr>
          <p:nvPr>
            <p:ph type="title"/>
          </p:nvPr>
        </p:nvSpPr>
        <p:spPr/>
        <p:txBody>
          <a:bodyPr/>
          <a:lstStyle/>
          <a:p>
            <a:r>
              <a:rPr lang="en-US" dirty="0"/>
              <a:t>Levelized Cost of Electricity (LCOE)</a:t>
            </a:r>
          </a:p>
        </p:txBody>
      </p:sp>
      <p:sp>
        <p:nvSpPr>
          <p:cNvPr id="3" name="Content Placeholder 2">
            <a:extLst>
              <a:ext uri="{FF2B5EF4-FFF2-40B4-BE49-F238E27FC236}">
                <a16:creationId xmlns:a16="http://schemas.microsoft.com/office/drawing/2014/main" id="{F307F2A8-108E-1414-D672-DCFE42D1DBB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84212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748273"/>
            <a:ext cx="11216640" cy="926592"/>
          </a:xfrm>
        </p:spPr>
        <p:txBody>
          <a:bodyPr/>
          <a:lstStyle/>
          <a:p>
            <a:r>
              <a:t>Which energy actually kills people?</a:t>
            </a:r>
          </a:p>
        </p:txBody>
      </p:sp>
      <p:sp>
        <p:nvSpPr>
          <p:cNvPr id="5" name="Content Placeholder 2">
            <a:extLst>
              <a:ext uri="{FF2B5EF4-FFF2-40B4-BE49-F238E27FC236}">
                <a16:creationId xmlns:a16="http://schemas.microsoft.com/office/drawing/2014/main" id="{F693510E-E52A-43D2-D96B-9045F9A06C1D}"/>
              </a:ext>
              <a:ext uri="{C183D7F6-B498-43B3-948B-1728B52AA6E4}">
                <adec:decorative xmlns:adec="http://schemas.microsoft.com/office/drawing/2017/decorative" val="0"/>
              </a:ext>
            </a:extLst>
          </p:cNvPr>
          <p:cNvSpPr>
            <a:spLocks noGrp="1"/>
          </p:cNvSpPr>
          <p:nvPr>
            <p:ph idx="1" hasCustomPrompt="1"/>
          </p:nvPr>
        </p:nvSpPr>
        <p:spPr>
          <a:xfrm>
            <a:off x="420488" y="3834531"/>
            <a:ext cx="6274780" cy="4318049"/>
          </a:xfrm>
        </p:spPr>
        <p:txBody>
          <a:bodyPr/>
          <a:lstStyle/>
          <a:p>
            <a:pPr lvl="0"/>
            <a:r>
              <a:rPr dirty="0"/>
              <a:t>Measured as </a:t>
            </a:r>
            <a:r>
              <a:rPr b="1" dirty="0">
                <a:hlinkClick r:id="rId3"/>
              </a:rPr>
              <a:t>deaths per unit of energy</a:t>
            </a:r>
            <a:r>
              <a:rPr dirty="0"/>
              <a:t>, coal and oil are by far the deadliest</a:t>
            </a:r>
            <a:r>
              <a:rPr lang="en-US" dirty="0"/>
              <a:t>, </a:t>
            </a:r>
            <a:r>
              <a:rPr dirty="0"/>
              <a:t>mostly from </a:t>
            </a:r>
            <a:r>
              <a:rPr b="1" dirty="0"/>
              <a:t>air pollution</a:t>
            </a:r>
          </a:p>
          <a:p>
            <a:pPr lvl="0"/>
            <a:r>
              <a:rPr b="1" dirty="0"/>
              <a:t>Nuclear, wind, solar, and hydro</a:t>
            </a:r>
            <a:r>
              <a:rPr dirty="0"/>
              <a:t> are among the </a:t>
            </a:r>
            <a:r>
              <a:rPr b="1" dirty="0"/>
              <a:t>safest</a:t>
            </a:r>
          </a:p>
          <a:p>
            <a:pPr lvl="0"/>
            <a:r>
              <a:rPr dirty="0"/>
              <a:t>This surprises almost everyone</a:t>
            </a:r>
            <a:r>
              <a:rPr lang="en-US" dirty="0"/>
              <a:t>! F</a:t>
            </a:r>
            <a:r>
              <a:rPr dirty="0"/>
              <a:t>ollow the data, not the vibe</a:t>
            </a:r>
          </a:p>
          <a:p>
            <a:pPr marL="0" indent="0">
              <a:buNone/>
            </a:pPr>
            <a:r>
              <a:rPr i="1" dirty="0"/>
              <a:t>Source: Our World in Data, from </a:t>
            </a:r>
            <a:r>
              <a:rPr i="1" dirty="0" err="1"/>
              <a:t>Markandya</a:t>
            </a:r>
            <a:r>
              <a:rPr i="1" dirty="0"/>
              <a:t> &amp; Wilkinson (2007, The Lancet) and </a:t>
            </a:r>
            <a:r>
              <a:rPr i="1" dirty="0" err="1"/>
              <a:t>Sovacool</a:t>
            </a:r>
            <a:r>
              <a:rPr i="1" dirty="0"/>
              <a:t> et al. (2016)</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6</a:t>
            </a:fld>
            <a:endParaRPr lang="en-US"/>
          </a:p>
        </p:txBody>
      </p:sp>
      <p:pic>
        <p:nvPicPr>
          <p:cNvPr id="4" name="Picture 3">
            <a:extLst>
              <a:ext uri="{FF2B5EF4-FFF2-40B4-BE49-F238E27FC236}">
                <a16:creationId xmlns:a16="http://schemas.microsoft.com/office/drawing/2014/main" id="{F2AA69C5-26E0-AC43-B6D5-9F0FEA3525C1}"/>
              </a:ext>
            </a:extLst>
          </p:cNvPr>
          <p:cNvPicPr>
            <a:picLocks noChangeAspect="1"/>
          </p:cNvPicPr>
          <p:nvPr/>
        </p:nvPicPr>
        <p:blipFill>
          <a:blip r:embed="rId4"/>
          <a:stretch>
            <a:fillRect/>
          </a:stretch>
        </p:blipFill>
        <p:spPr>
          <a:xfrm>
            <a:off x="6941211" y="3639797"/>
            <a:ext cx="5076213" cy="4393910"/>
          </a:xfrm>
          <a:prstGeom prst="rect">
            <a:avLst/>
          </a:prstGeom>
        </p:spPr>
      </p:pic>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5.png"/></Relationships>
</file>

<file path=ppt/theme/theme1.xml><?xml version="1.0" encoding="utf-8"?>
<a:theme xmlns:a="http://schemas.openxmlformats.org/drawingml/2006/main" name="UBOfficial">
  <a:themeElements>
    <a:clrScheme name="UB Brand Colors">
      <a:dk1>
        <a:srgbClr val="FFFFFF"/>
      </a:dk1>
      <a:lt1>
        <a:srgbClr val="4D4D4D"/>
      </a:lt1>
      <a:dk2>
        <a:srgbClr val="FFFFFF"/>
      </a:dk2>
      <a:lt2>
        <a:srgbClr val="005BBB"/>
      </a:lt2>
      <a:accent1>
        <a:srgbClr val="005BBB"/>
      </a:accent1>
      <a:accent2>
        <a:srgbClr val="2F9FD0"/>
      </a:accent2>
      <a:accent3>
        <a:srgbClr val="E56954"/>
      </a:accent3>
      <a:accent4>
        <a:srgbClr val="002F56"/>
      </a:accent4>
      <a:accent5>
        <a:srgbClr val="E3E3E3"/>
      </a:accent5>
      <a:accent6>
        <a:srgbClr val="006570"/>
      </a:accent6>
      <a:hlink>
        <a:srgbClr val="005BBB"/>
      </a:hlink>
      <a:folHlink>
        <a:srgbClr val="2F9FD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BOfficial" id="{18509813-927B-5742-8F3A-1F3B30009E7C}" vid="{38A77CD0-F947-CE49-A1D8-95B7FAC0523E}"/>
    </a:ext>
  </a:extLst>
</a:theme>
</file>

<file path=ppt/theme/theme2.xml><?xml version="1.0" encoding="utf-8"?>
<a:theme xmlns:a="http://schemas.openxmlformats.org/drawingml/2006/main" name="Black">
  <a:themeElements>
    <a:clrScheme name="Black">
      <a:dk1>
        <a:srgbClr val="000000"/>
      </a:dk1>
      <a:lt1>
        <a:srgbClr val="FFFFFF"/>
      </a:lt1>
      <a:dk2>
        <a:srgbClr val="53585F"/>
      </a:dk2>
      <a:lt2>
        <a:srgbClr val="DCDEE0"/>
      </a:lt2>
      <a:accent1>
        <a:srgbClr val="0065C1"/>
      </a:accent1>
      <a:accent2>
        <a:srgbClr val="00A6AC"/>
      </a:accent2>
      <a:accent3>
        <a:srgbClr val="308B16"/>
      </a:accent3>
      <a:accent4>
        <a:srgbClr val="BC8027"/>
      </a:accent4>
      <a:accent5>
        <a:srgbClr val="971817"/>
      </a:accent5>
      <a:accent6>
        <a:srgbClr val="5747C1"/>
      </a:accent6>
      <a:hlink>
        <a:srgbClr val="0000FF"/>
      </a:hlink>
      <a:folHlink>
        <a:srgbClr val="FF00FF"/>
      </a:folHlink>
    </a:clrScheme>
    <a:fontScheme name="Black">
      <a:majorFont>
        <a:latin typeface="Helvetica Light"/>
        <a:ea typeface="Helvetica Light"/>
        <a:cs typeface="Helvetica Light"/>
      </a:majorFont>
      <a:minorFont>
        <a:latin typeface="Helvetica Light"/>
        <a:ea typeface="Helvetica Light"/>
        <a:cs typeface="Helvetica Light"/>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UBOfficial</Template>
  <TotalTime>12178</TotalTime>
  <Words>291</Words>
  <Application>Microsoft Macintosh PowerPoint</Application>
  <PresentationFormat>Custom</PresentationFormat>
  <Paragraphs>32</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Georgia</vt:lpstr>
      <vt:lpstr>Helvetica Neue</vt:lpstr>
      <vt:lpstr>System Font Regular</vt:lpstr>
      <vt:lpstr>UBOfficial</vt:lpstr>
      <vt:lpstr>Lecture 4 —   energy generation</vt:lpstr>
      <vt:lpstr>Grid efficacy</vt:lpstr>
      <vt:lpstr>Capacity Factor</vt:lpstr>
      <vt:lpstr>Capacity Factor</vt:lpstr>
      <vt:lpstr>Levelized Cost of Electricity (LCOE)</vt:lpstr>
      <vt:lpstr>Which energy actually kills people?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Salvatore Rappoccio</cp:lastModifiedBy>
  <cp:revision>99</cp:revision>
  <dcterms:modified xsi:type="dcterms:W3CDTF">2026-09-23T15:32:10Z</dcterms:modified>
</cp:coreProperties>
</file>