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5" r:id="rId3"/>
    <p:sldId id="260" r:id="rId4"/>
    <p:sldId id="261" r:id="rId5"/>
    <p:sldId id="258" r:id="rId6"/>
    <p:sldId id="259" r:id="rId7"/>
    <p:sldId id="262" r:id="rId8"/>
    <p:sldId id="273" r:id="rId9"/>
    <p:sldId id="274" r:id="rId10"/>
    <p:sldId id="267" r:id="rId11"/>
    <p:sldId id="270" r:id="rId12"/>
    <p:sldId id="271" r:id="rId13"/>
    <p:sldId id="272" r:id="rId14"/>
    <p:sldId id="275" r:id="rId15"/>
    <p:sldId id="276" r:id="rId16"/>
    <p:sldId id="277"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65"/>
    <p:restoredTop sz="94694"/>
  </p:normalViewPr>
  <p:slideViewPr>
    <p:cSldViewPr snapToGrid="0">
      <p:cViewPr varScale="1">
        <p:scale>
          <a:sx n="117" d="100"/>
          <a:sy n="117" d="100"/>
        </p:scale>
        <p:origin x="992"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Data Analysis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2024</c:v>
                </c:pt>
              </c:strCache>
            </c:strRef>
          </c:tx>
          <c:spPr>
            <a:solidFill>
              <a:schemeClr val="accent1"/>
            </a:solidFill>
            <a:ln>
              <a:noFill/>
            </a:ln>
            <a:effectLst/>
          </c:spPr>
          <c:invertIfNegative val="0"/>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F18-5949-8349-B216271134C6}"/>
            </c:ext>
          </c:extLst>
        </c:ser>
        <c:ser>
          <c:idx val="1"/>
          <c:order val="1"/>
          <c:tx>
            <c:strRef>
              <c:f>Sheet1!$C$1</c:f>
              <c:strCache>
                <c:ptCount val="1"/>
                <c:pt idx="0">
                  <c:v>2025</c:v>
                </c:pt>
              </c:strCache>
            </c:strRef>
          </c:tx>
          <c:spPr>
            <a:pattFill prst="dkDnDiag">
              <a:fgClr>
                <a:schemeClr val="accent2"/>
              </a:fgClr>
              <a:bgClr>
                <a:schemeClr val="bg1"/>
              </a:bgClr>
            </a:pattFill>
            <a:ln>
              <a:noFill/>
            </a:ln>
            <a:effectLst/>
          </c:spPr>
          <c:invertIfNegative val="0"/>
          <c:cat>
            <c:strRef>
              <c:f>Sheet1!$A$2:$A$5</c:f>
              <c:strCache>
                <c:ptCount val="4"/>
                <c:pt idx="0">
                  <c:v>A</c:v>
                </c:pt>
                <c:pt idx="1">
                  <c:v>B</c:v>
                </c:pt>
                <c:pt idx="2">
                  <c:v>C</c:v>
                </c:pt>
                <c:pt idx="3">
                  <c:v>D</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F18-5949-8349-B216271134C6}"/>
            </c:ext>
          </c:extLst>
        </c:ser>
        <c:ser>
          <c:idx val="2"/>
          <c:order val="2"/>
          <c:tx>
            <c:strRef>
              <c:f>Sheet1!$D$1</c:f>
              <c:strCache>
                <c:ptCount val="1"/>
                <c:pt idx="0">
                  <c:v>2026</c:v>
                </c:pt>
              </c:strCache>
            </c:strRef>
          </c:tx>
          <c:spPr>
            <a:pattFill prst="pct50">
              <a:fgClr>
                <a:schemeClr val="accent3"/>
              </a:fgClr>
              <a:bgClr>
                <a:schemeClr val="bg1"/>
              </a:bgClr>
            </a:pattFill>
            <a:ln>
              <a:noFill/>
            </a:ln>
            <a:effectLst/>
          </c:spPr>
          <c:invertIfNegative val="0"/>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F18-5949-8349-B216271134C6}"/>
            </c:ext>
          </c:extLst>
        </c:ser>
        <c:dLbls>
          <c:showLegendKey val="0"/>
          <c:showVal val="0"/>
          <c:showCatName val="0"/>
          <c:showSerName val="0"/>
          <c:showPercent val="0"/>
          <c:showBubbleSize val="0"/>
        </c:dLbls>
        <c:gapWidth val="219"/>
        <c:overlap val="-27"/>
        <c:axId val="48223488"/>
        <c:axId val="48231552"/>
      </c:barChart>
      <c:catAx>
        <c:axId val="4822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8231552"/>
        <c:crosses val="autoZero"/>
        <c:auto val="1"/>
        <c:lblAlgn val="ctr"/>
        <c:lblOffset val="100"/>
        <c:noMultiLvlLbl val="0"/>
      </c:catAx>
      <c:valAx>
        <c:axId val="482315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8223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D5BA36-2DBA-8E4B-A80F-E09890FEEA54}"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65E1F8-3717-4041-B345-9C118A1FFFB2}" type="slidenum">
              <a:rPr lang="en-US" smtClean="0"/>
              <a:t>‹#›</a:t>
            </a:fld>
            <a:endParaRPr lang="en-US"/>
          </a:p>
        </p:txBody>
      </p:sp>
    </p:spTree>
    <p:extLst>
      <p:ext uri="{BB962C8B-B14F-4D97-AF65-F5344CB8AC3E}">
        <p14:creationId xmlns:p14="http://schemas.microsoft.com/office/powerpoint/2010/main" val="3507239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65E1F8-3717-4041-B345-9C118A1FFFB2}" type="slidenum">
              <a:rPr lang="en-US" smtClean="0"/>
              <a:t>2</a:t>
            </a:fld>
            <a:endParaRPr lang="en-US"/>
          </a:p>
        </p:txBody>
      </p:sp>
    </p:spTree>
    <p:extLst>
      <p:ext uri="{BB962C8B-B14F-4D97-AF65-F5344CB8AC3E}">
        <p14:creationId xmlns:p14="http://schemas.microsoft.com/office/powerpoint/2010/main" val="3609138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65E1F8-3717-4041-B345-9C118A1FFFB2}" type="slidenum">
              <a:rPr lang="en-US" smtClean="0"/>
              <a:t>6</a:t>
            </a:fld>
            <a:endParaRPr lang="en-US"/>
          </a:p>
        </p:txBody>
      </p:sp>
    </p:spTree>
    <p:extLst>
      <p:ext uri="{BB962C8B-B14F-4D97-AF65-F5344CB8AC3E}">
        <p14:creationId xmlns:p14="http://schemas.microsoft.com/office/powerpoint/2010/main" val="1941667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65E1F8-3717-4041-B345-9C118A1FFFB2}" type="slidenum">
              <a:rPr lang="en-US" smtClean="0"/>
              <a:t>13</a:t>
            </a:fld>
            <a:endParaRPr lang="en-US"/>
          </a:p>
        </p:txBody>
      </p:sp>
    </p:spTree>
    <p:extLst>
      <p:ext uri="{BB962C8B-B14F-4D97-AF65-F5344CB8AC3E}">
        <p14:creationId xmlns:p14="http://schemas.microsoft.com/office/powerpoint/2010/main" val="408559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09184" y="1690710"/>
            <a:ext cx="9144000" cy="2405802"/>
          </a:xfrm>
        </p:spPr>
        <p:txBody>
          <a:bodyPr anchor="b"/>
          <a:lstStyle>
            <a:lvl1pPr algn="l">
              <a:lnSpc>
                <a:spcPts val="6000"/>
              </a:lnSpc>
              <a:defRPr sz="60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09184" y="4216314"/>
            <a:ext cx="9144000" cy="1490005"/>
          </a:xfrm>
          <a:prstGeom prst="rect">
            <a:avLst/>
          </a:prstGeom>
        </p:spPr>
        <p:txBody>
          <a:bodyPr/>
          <a:lstStyle>
            <a:lvl1pPr marL="0" indent="0" algn="l">
              <a:buNone/>
              <a:defRPr sz="2800">
                <a:solidFill>
                  <a:schemeClr val="bg1"/>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userDrawn="1"/>
        </p:nvPicPr>
        <p:blipFill>
          <a:blip r:embed="rId3"/>
          <a:stretch>
            <a:fillRect/>
          </a:stretch>
        </p:blipFill>
        <p:spPr>
          <a:xfrm>
            <a:off x="347064" y="5932815"/>
            <a:ext cx="5492824" cy="637167"/>
          </a:xfrm>
          <a:prstGeom prst="rect">
            <a:avLst/>
          </a:prstGeom>
        </p:spPr>
      </p:pic>
    </p:spTree>
    <p:extLst>
      <p:ext uri="{BB962C8B-B14F-4D97-AF65-F5344CB8AC3E}">
        <p14:creationId xmlns:p14="http://schemas.microsoft.com/office/powerpoint/2010/main" val="113081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09184" y="4216314"/>
            <a:ext cx="9144000" cy="1834258"/>
          </a:xfrm>
          <a:prstGeom prst="rect">
            <a:avLst/>
          </a:prstGeom>
        </p:spPr>
        <p:txBody>
          <a:bodyPr/>
          <a:lstStyle>
            <a:lvl1pPr marL="0" indent="0" algn="l">
              <a:buNone/>
              <a:defRPr sz="2800">
                <a:solidFill>
                  <a:schemeClr val="bg1"/>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09184" y="1690710"/>
            <a:ext cx="9144000" cy="2405802"/>
          </a:xfrm>
        </p:spPr>
        <p:txBody>
          <a:bodyPr anchor="b"/>
          <a:lstStyle>
            <a:lvl1pPr algn="l">
              <a:lnSpc>
                <a:spcPts val="6000"/>
              </a:lnSpc>
              <a:defRPr sz="60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73010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394208" y="2451872"/>
            <a:ext cx="10515600" cy="404817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681147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userDrawn="1"/>
        </p:nvSpPr>
        <p:spPr>
          <a:xfrm>
            <a:off x="6807200" y="1371600"/>
            <a:ext cx="5384800" cy="5486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394208" y="2451872"/>
            <a:ext cx="10515600" cy="404817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656529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391564" y="2410823"/>
            <a:ext cx="6270493"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89577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391565" y="2410823"/>
            <a:ext cx="4245750"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4909137" y="2410823"/>
            <a:ext cx="4245750"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1409039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394208" y="2451872"/>
            <a:ext cx="5029200" cy="405079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5878286" y="2451872"/>
            <a:ext cx="5031522" cy="4048171"/>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04576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7B670C77-F8D5-0D45-BCC6-7287AA83D132}"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394206" y="2456033"/>
            <a:ext cx="10515600"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394208" y="3095375"/>
            <a:ext cx="10515600" cy="3184283"/>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78311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394208" y="1433506"/>
            <a:ext cx="10515600" cy="868680"/>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7B670C77-F8D5-0D45-BCC6-7287AA83D132}"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394206" y="2456033"/>
            <a:ext cx="4939792"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394208" y="3095375"/>
            <a:ext cx="4939792" cy="3184283"/>
          </a:xfrm>
          <a:prstGeom prst="rect">
            <a:avLst/>
          </a:prstGeom>
        </p:spPr>
        <p:txBody>
          <a:bodyPr/>
          <a:lstStyle>
            <a:lvl1pPr>
              <a:lnSpc>
                <a:spcPct val="120000"/>
              </a:lnSpc>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5977588" y="2456033"/>
            <a:ext cx="4939792" cy="517986"/>
          </a:xfrm>
          <a:prstGeom prst="rect">
            <a:avLst/>
          </a:prstGeom>
        </p:spPr>
        <p:txBody>
          <a:bodyPr anchor="b" anchorCtr="0"/>
          <a:lstStyle>
            <a:lvl1pPr marL="0" indent="0">
              <a:lnSpc>
                <a:spcPct val="100000"/>
              </a:lnSpc>
              <a:spcBef>
                <a:spcPts val="0"/>
              </a:spcBef>
              <a:buFontTx/>
              <a:buNone/>
              <a:defRPr sz="1600" b="1" cap="all" baseline="0">
                <a:solidFill>
                  <a:schemeClr val="tx2"/>
                </a:solidFill>
              </a:defRPr>
            </a:lvl1pPr>
            <a:lvl2pPr>
              <a:buFont typeface="Arial" panose="020B0604020202020204" pitchFamily="34" charset="0"/>
              <a:buChar char="•"/>
              <a:defRPr/>
            </a:lvl2pPr>
            <a:lvl3pPr>
              <a:spcBef>
                <a:spcPts val="400"/>
              </a:spcBef>
              <a:buFont typeface="System Font Regular"/>
              <a:buChar char="−"/>
              <a:defRPr sz="180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5977590" y="3095375"/>
            <a:ext cx="4939792" cy="3184283"/>
          </a:xfrm>
          <a:prstGeom prst="rect">
            <a:avLst/>
          </a:prstGeom>
        </p:spPr>
        <p:txBody>
          <a:bodyPr/>
          <a:lstStyle>
            <a:lvl1pPr>
              <a:lnSpc>
                <a:spcPct val="120000"/>
              </a:lnSpc>
              <a:defRPr/>
            </a:lvl1pPr>
            <a:lvl2pPr>
              <a:lnSpc>
                <a:spcPct val="120000"/>
              </a:lnSpc>
              <a:spcBef>
                <a:spcPts val="400"/>
              </a:spcBef>
              <a:defRPr/>
            </a:lvl2pPr>
            <a:lvl3pPr>
              <a:lnSpc>
                <a:spcPct val="120000"/>
              </a:lnSpc>
              <a:spcBef>
                <a:spcPts val="400"/>
              </a:spcBef>
              <a:defRPr/>
            </a:lvl3pPr>
            <a:lvl4pPr>
              <a:lnSpc>
                <a:spcPct val="120000"/>
              </a:lnSpc>
              <a:spcBef>
                <a:spcPts val="400"/>
              </a:spcBef>
              <a:defRPr/>
            </a:lvl4pPr>
            <a:lvl5pPr>
              <a:lnSpc>
                <a:spcPct val="120000"/>
              </a:lnSpc>
              <a:spcBef>
                <a:spcPts val="400"/>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39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5834743" y="1433506"/>
            <a:ext cx="5963049" cy="4320441"/>
          </a:xfrm>
          <a:prstGeom prst="rect">
            <a:avLst/>
          </a:prstGeom>
        </p:spPr>
        <p:txBody>
          <a:bodyPr/>
          <a:lstStyle/>
          <a:p>
            <a:endParaRPr lang="en-US"/>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22960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330257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t>‹#›</a:t>
            </a:fld>
            <a:endParaRPr lang="en-US"/>
          </a:p>
        </p:txBody>
      </p:sp>
    </p:spTree>
    <p:extLst>
      <p:ext uri="{BB962C8B-B14F-4D97-AF65-F5344CB8AC3E}">
        <p14:creationId xmlns:p14="http://schemas.microsoft.com/office/powerpoint/2010/main" val="2928860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018212" y="1175657"/>
            <a:ext cx="6172200" cy="5682343"/>
          </a:xfrm>
          <a:prstGeom prst="rect">
            <a:avLst/>
          </a:prstGeom>
          <a:solidFill>
            <a:schemeClr val="accent5"/>
          </a:solidFill>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00392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394208" y="1433506"/>
            <a:ext cx="5190163" cy="868680"/>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391564" y="2410823"/>
            <a:ext cx="5192807" cy="3811588"/>
          </a:xfrm>
          <a:prstGeom prst="rect">
            <a:avLst/>
          </a:prstGeom>
        </p:spPr>
        <p:txBody>
          <a:bodyPr/>
          <a:lstStyle>
            <a:lvl1pPr marL="0" indent="0">
              <a:lnSpc>
                <a:spcPct val="12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013295" y="1175657"/>
            <a:ext cx="6175025" cy="2841171"/>
          </a:xfrm>
          <a:prstGeom prst="rect">
            <a:avLst/>
          </a:prstGeom>
          <a:solidFill>
            <a:schemeClr val="accent5"/>
          </a:solidFill>
          <a:ln>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013295" y="4016828"/>
            <a:ext cx="3090672" cy="2843784"/>
          </a:xfrm>
          <a:prstGeom prst="rect">
            <a:avLst/>
          </a:prstGeom>
          <a:solidFill>
            <a:schemeClr val="accent5"/>
          </a:solidFill>
          <a:ln w="9525">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097648" y="4016829"/>
            <a:ext cx="3090672" cy="2841171"/>
          </a:xfrm>
          <a:prstGeom prst="rect">
            <a:avLst/>
          </a:prstGeom>
          <a:solidFill>
            <a:schemeClr val="accent5"/>
          </a:solidFill>
          <a:ln>
            <a:solidFill>
              <a:schemeClr val="bg1"/>
            </a:solidFill>
          </a:ln>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1984944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394208" y="1504626"/>
            <a:ext cx="5190163" cy="868680"/>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2192000" cy="6858000"/>
          </a:xfrm>
          <a:prstGeom prst="rect">
            <a:avLst/>
          </a:prstGeom>
          <a:solidFill>
            <a:schemeClr val="accent5"/>
          </a:solidFill>
        </p:spPr>
        <p:txBody>
          <a:bodyPr/>
          <a:lstStyle>
            <a:lvl1pPr marL="0" marR="0" indent="0" algn="ctr"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2600"/>
              </a:lnSpc>
              <a:spcBef>
                <a:spcPts val="800"/>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11199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394208" y="1504626"/>
            <a:ext cx="10515600" cy="868680"/>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394208" y="2522992"/>
            <a:ext cx="10515600" cy="4048171"/>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107580" y="6206038"/>
            <a:ext cx="692856" cy="365125"/>
          </a:xfrm>
          <a:prstGeom prst="rect">
            <a:avLst/>
          </a:prstGeom>
        </p:spPr>
        <p:txBody>
          <a:bodyPr vert="horz" lIns="91440" tIns="45720" rIns="91440" bIns="45720" rtlCol="0" anchor="ctr"/>
          <a:lstStyle>
            <a:lvl1pPr algn="r">
              <a:defRPr sz="1200" b="1">
                <a:solidFill>
                  <a:schemeClr val="tx1"/>
                </a:solidFill>
                <a:latin typeface="Arial" panose="020B0604020202020204" pitchFamily="34" charset="0"/>
                <a:cs typeface="Arial" panose="020B0604020202020204" pitchFamily="34" charset="0"/>
              </a:defRPr>
            </a:lvl1pPr>
          </a:lstStyle>
          <a:p>
            <a:fld id="{7B670C77-F8D5-0D45-BCC6-7287AA83D132}" type="slidenum">
              <a:rPr lang="en-US" smtClean="0"/>
              <a:pPr/>
              <a:t>‹#›</a:t>
            </a:fld>
            <a:endParaRPr lang="en-US" b="1" dirty="0"/>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18"/>
          <a:stretch>
            <a:fillRect/>
          </a:stretch>
        </p:blipFill>
        <p:spPr>
          <a:xfrm>
            <a:off x="219918" y="231495"/>
            <a:ext cx="5492824" cy="637167"/>
          </a:xfrm>
          <a:prstGeom prst="rect">
            <a:avLst/>
          </a:prstGeom>
        </p:spPr>
      </p:pic>
    </p:spTree>
    <p:extLst>
      <p:ext uri="{BB962C8B-B14F-4D97-AF65-F5344CB8AC3E}">
        <p14:creationId xmlns:p14="http://schemas.microsoft.com/office/powerpoint/2010/main" val="3964681390"/>
      </p:ext>
    </p:extLst>
  </p:cSld>
  <p:clrMap bg1="dk1" tx1="lt1" bg2="dk2" tx2="lt2" accent1="accent1" accent2="accent2" accent3="accent3" accent4="accent4" accent5="accent5" accent6="accent6" hlink="hlink" folHlink="folHlink"/>
  <p:sldLayoutIdLst>
    <p:sldLayoutId id="2147483659" r:id="rId1"/>
    <p:sldLayoutId id="2147483649" r:id="rId2"/>
    <p:sldLayoutId id="2147483660" r:id="rId3"/>
    <p:sldLayoutId id="2147483658" r:id="rId4"/>
    <p:sldLayoutId id="2147483656" r:id="rId5"/>
    <p:sldLayoutId id="2147483665" r:id="rId6"/>
    <p:sldLayoutId id="2147483652" r:id="rId7"/>
    <p:sldLayoutId id="2147483666" r:id="rId8"/>
    <p:sldLayoutId id="2147483667" r:id="rId9"/>
    <p:sldLayoutId id="2147483664" r:id="rId10"/>
    <p:sldLayoutId id="2147483669" r:id="rId11"/>
    <p:sldLayoutId id="2147483668" r:id="rId12"/>
    <p:sldLayoutId id="2147483657" r:id="rId13"/>
    <p:sldLayoutId id="2147483663" r:id="rId14"/>
    <p:sldLayoutId id="2147483662" r:id="rId15"/>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Arial" panose="020B0604020202020204" pitchFamily="34" charset="0"/>
        </a:defRPr>
      </a:lvl1pPr>
    </p:titleStyle>
    <p:bodyStyle>
      <a:lvl1pPr marL="228600" indent="-228600" algn="l" defTabSz="914400" rtl="0" eaLnBrk="1" latinLnBrk="0" hangingPunct="1">
        <a:lnSpc>
          <a:spcPct val="120000"/>
        </a:lnSpc>
        <a:spcBef>
          <a:spcPts val="1000"/>
        </a:spcBef>
        <a:buClr>
          <a:schemeClr val="tx2"/>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1000"/>
        </a:spcBef>
        <a:buClr>
          <a:schemeClr val="tx2"/>
        </a:buClr>
        <a:buFont typeface="System Font Regular"/>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1000"/>
        </a:spcBef>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hyperlink" Target="https://www.buffalo.edu/brand/creative/color/color-palette.html" TargetMode="Externa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support.microsoft.com/en-us/office/make-your-powerpoint-presentations-accessible-to-people-with-disabilities-6f7772b2-2f33-4bd2-8ca7-dae3b2b3ef25#PickTab=Windows&amp;picktab=windows"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EF79A5-BF07-5E2D-7DAF-AFA75AE92259}"/>
              </a:ext>
            </a:extLst>
          </p:cNvPr>
          <p:cNvSpPr>
            <a:spLocks noGrp="1"/>
          </p:cNvSpPr>
          <p:nvPr>
            <p:ph type="ctrTitle"/>
          </p:nvPr>
        </p:nvSpPr>
        <p:spPr>
          <a:xfrm>
            <a:off x="409184" y="1690710"/>
            <a:ext cx="9144000" cy="2405802"/>
          </a:xfrm>
        </p:spPr>
        <p:txBody>
          <a:bodyPr/>
          <a:lstStyle/>
          <a:p>
            <a:r>
              <a:rPr lang="en-US" dirty="0"/>
              <a:t>Presentation</a:t>
            </a:r>
            <a:br>
              <a:rPr lang="en-US" dirty="0"/>
            </a:br>
            <a:r>
              <a:rPr lang="en-US" dirty="0"/>
              <a:t>Title</a:t>
            </a:r>
          </a:p>
        </p:txBody>
      </p:sp>
      <p:sp>
        <p:nvSpPr>
          <p:cNvPr id="11" name="Subtitle 10">
            <a:extLst>
              <a:ext uri="{FF2B5EF4-FFF2-40B4-BE49-F238E27FC236}">
                <a16:creationId xmlns:a16="http://schemas.microsoft.com/office/drawing/2014/main" id="{5AD74763-8089-3291-9102-890EA53E7B0E}"/>
              </a:ext>
            </a:extLst>
          </p:cNvPr>
          <p:cNvSpPr>
            <a:spLocks noGrp="1"/>
          </p:cNvSpPr>
          <p:nvPr>
            <p:ph type="subTitle" idx="1"/>
          </p:nvPr>
        </p:nvSpPr>
        <p:spPr>
          <a:xfrm>
            <a:off x="409184" y="4216314"/>
            <a:ext cx="9144000" cy="1490005"/>
          </a:xfrm>
        </p:spPr>
        <p:txBody>
          <a:bodyPr/>
          <a:lstStyle/>
          <a:p>
            <a:r>
              <a:rPr lang="en-US" dirty="0"/>
              <a:t>Sub-topic text goes here</a:t>
            </a:r>
          </a:p>
        </p:txBody>
      </p:sp>
    </p:spTree>
    <p:extLst>
      <p:ext uri="{BB962C8B-B14F-4D97-AF65-F5344CB8AC3E}">
        <p14:creationId xmlns:p14="http://schemas.microsoft.com/office/powerpoint/2010/main" val="19065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5BFC-3DC5-D224-0479-53AB12C0B9B3}"/>
              </a:ext>
            </a:extLst>
          </p:cNvPr>
          <p:cNvSpPr>
            <a:spLocks noGrp="1"/>
          </p:cNvSpPr>
          <p:nvPr>
            <p:ph type="ctrTitle"/>
          </p:nvPr>
        </p:nvSpPr>
        <p:spPr>
          <a:xfrm>
            <a:off x="409184" y="1690710"/>
            <a:ext cx="9144000" cy="2405802"/>
          </a:xfrm>
        </p:spPr>
        <p:txBody>
          <a:bodyPr/>
          <a:lstStyle/>
          <a:p>
            <a:r>
              <a:rPr lang="en-US" dirty="0"/>
              <a:t>Divider Slide Title</a:t>
            </a:r>
          </a:p>
        </p:txBody>
      </p:sp>
      <p:sp>
        <p:nvSpPr>
          <p:cNvPr id="3" name="Subtitle 2">
            <a:extLst>
              <a:ext uri="{FF2B5EF4-FFF2-40B4-BE49-F238E27FC236}">
                <a16:creationId xmlns:a16="http://schemas.microsoft.com/office/drawing/2014/main" id="{D076D0F1-3CA2-7727-A2E6-DC7F003D0601}"/>
              </a:ext>
              <a:ext uri="{C183D7F6-B498-43B3-948B-1728B52AA6E4}">
                <adec:decorative xmlns:adec="http://schemas.microsoft.com/office/drawing/2017/decorative" val="0"/>
              </a:ext>
            </a:extLst>
          </p:cNvPr>
          <p:cNvSpPr>
            <a:spLocks noGrp="1"/>
          </p:cNvSpPr>
          <p:nvPr>
            <p:ph type="subTitle" idx="1"/>
          </p:nvPr>
        </p:nvSpPr>
        <p:spPr>
          <a:xfrm>
            <a:off x="409575" y="4216400"/>
            <a:ext cx="9144000" cy="1833563"/>
          </a:xfrm>
        </p:spPr>
        <p:txBody>
          <a:bodyPr/>
          <a:lstStyle/>
          <a:p>
            <a:r>
              <a:rPr lang="en-US" dirty="0"/>
              <a:t>Sub-topic text goes here</a:t>
            </a:r>
          </a:p>
        </p:txBody>
      </p:sp>
    </p:spTree>
    <p:extLst>
      <p:ext uri="{BB962C8B-B14F-4D97-AF65-F5344CB8AC3E}">
        <p14:creationId xmlns:p14="http://schemas.microsoft.com/office/powerpoint/2010/main" val="3588606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D520-99A7-F530-5003-54C161AB83B4}"/>
              </a:ext>
            </a:extLst>
          </p:cNvPr>
          <p:cNvSpPr>
            <a:spLocks noGrp="1"/>
          </p:cNvSpPr>
          <p:nvPr>
            <p:ph type="title"/>
          </p:nvPr>
        </p:nvSpPr>
        <p:spPr>
          <a:xfrm>
            <a:off x="394208" y="1433506"/>
            <a:ext cx="10515600" cy="868680"/>
          </a:xfrm>
        </p:spPr>
        <p:txBody>
          <a:bodyPr/>
          <a:lstStyle/>
          <a:p>
            <a:r>
              <a:rPr lang="en-US" dirty="0"/>
              <a:t>Title and 1-Column Content</a:t>
            </a:r>
          </a:p>
        </p:txBody>
      </p:sp>
      <p:sp>
        <p:nvSpPr>
          <p:cNvPr id="3" name="Text Placeholder 2">
            <a:extLst>
              <a:ext uri="{FF2B5EF4-FFF2-40B4-BE49-F238E27FC236}">
                <a16:creationId xmlns:a16="http://schemas.microsoft.com/office/drawing/2014/main" id="{A8856B42-50E2-09A6-7D77-88C858FFAD7F}"/>
              </a:ext>
            </a:extLst>
          </p:cNvPr>
          <p:cNvSpPr>
            <a:spLocks noGrp="1"/>
          </p:cNvSpPr>
          <p:nvPr>
            <p:ph type="body" sz="half" idx="2"/>
          </p:nvPr>
        </p:nvSpPr>
        <p:spPr>
          <a:xfrm>
            <a:off x="391564" y="2410823"/>
            <a:ext cx="6270493" cy="3811588"/>
          </a:xfrm>
        </p:spPr>
        <p:txBody>
          <a:bodyPr/>
          <a:lstStyle/>
          <a:p>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8" name="Slide Number Placeholder 7">
            <a:extLst>
              <a:ext uri="{FF2B5EF4-FFF2-40B4-BE49-F238E27FC236}">
                <a16:creationId xmlns:a16="http://schemas.microsoft.com/office/drawing/2014/main" id="{C765655D-4AFB-3BA0-17F3-A2B3F3DC8FEC}"/>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3</a:t>
            </a:fld>
            <a:endParaRPr lang="en-US"/>
          </a:p>
        </p:txBody>
      </p:sp>
    </p:spTree>
    <p:extLst>
      <p:ext uri="{BB962C8B-B14F-4D97-AF65-F5344CB8AC3E}">
        <p14:creationId xmlns:p14="http://schemas.microsoft.com/office/powerpoint/2010/main" val="117952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4FCC-0592-02FA-EE74-D188B1918711}"/>
              </a:ext>
            </a:extLst>
          </p:cNvPr>
          <p:cNvSpPr>
            <a:spLocks noGrp="1"/>
          </p:cNvSpPr>
          <p:nvPr>
            <p:ph type="title"/>
          </p:nvPr>
        </p:nvSpPr>
        <p:spPr>
          <a:xfrm>
            <a:off x="394208" y="1433506"/>
            <a:ext cx="10515600" cy="868680"/>
          </a:xfrm>
        </p:spPr>
        <p:txBody>
          <a:bodyPr/>
          <a:lstStyle/>
          <a:p>
            <a:r>
              <a:rPr lang="en-US" dirty="0"/>
              <a:t>Title and 2-Column Content</a:t>
            </a:r>
          </a:p>
        </p:txBody>
      </p:sp>
      <p:sp>
        <p:nvSpPr>
          <p:cNvPr id="3" name="Text Placeholder 2">
            <a:extLst>
              <a:ext uri="{FF2B5EF4-FFF2-40B4-BE49-F238E27FC236}">
                <a16:creationId xmlns:a16="http://schemas.microsoft.com/office/drawing/2014/main" id="{88F7D646-D44D-E20D-550A-FDC382EDCCF2}"/>
              </a:ext>
            </a:extLst>
          </p:cNvPr>
          <p:cNvSpPr>
            <a:spLocks noGrp="1"/>
          </p:cNvSpPr>
          <p:nvPr>
            <p:ph type="body" sz="half" idx="2"/>
          </p:nvPr>
        </p:nvSpPr>
        <p:spPr>
          <a:xfrm>
            <a:off x="391565" y="2410823"/>
            <a:ext cx="4245750" cy="3811588"/>
          </a:xfrm>
        </p:spPr>
        <p:txBody>
          <a:bodyPr/>
          <a:lstStyle/>
          <a:p>
            <a:r>
              <a:rPr lang="en-US" dirty="0"/>
              <a:t>Lorem ipsum dolor et unus sit amet consectetur et pretium et adipiscing elit. Vivamus euismod et leo a vitae condimentum mollis pretium nisl est convallis nisl urna vitae dapibus elit ligula vel urna. Integer mollis elit vel justo bibendum vitae.</a:t>
            </a:r>
          </a:p>
        </p:txBody>
      </p:sp>
      <p:sp>
        <p:nvSpPr>
          <p:cNvPr id="4" name="Text Placeholder 3">
            <a:extLst>
              <a:ext uri="{FF2B5EF4-FFF2-40B4-BE49-F238E27FC236}">
                <a16:creationId xmlns:a16="http://schemas.microsoft.com/office/drawing/2014/main" id="{61AA244D-141C-3D41-8006-886057BA0BC7}"/>
              </a:ext>
            </a:extLst>
          </p:cNvPr>
          <p:cNvSpPr>
            <a:spLocks noGrp="1"/>
          </p:cNvSpPr>
          <p:nvPr>
            <p:ph type="body" sz="half" idx="13"/>
          </p:nvPr>
        </p:nvSpPr>
        <p:spPr>
          <a:xfrm>
            <a:off x="4909137" y="2410823"/>
            <a:ext cx="4245750" cy="3811588"/>
          </a:xfrm>
        </p:spPr>
        <p:txBody>
          <a:bodyPr/>
          <a:lstStyle/>
          <a:p>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5" name="Slide Number Placeholder 4">
            <a:extLst>
              <a:ext uri="{FF2B5EF4-FFF2-40B4-BE49-F238E27FC236}">
                <a16:creationId xmlns:a16="http://schemas.microsoft.com/office/drawing/2014/main" id="{1343C4D7-AE49-DFD7-3545-98E837812A4E}"/>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4</a:t>
            </a:fld>
            <a:endParaRPr lang="en-US"/>
          </a:p>
        </p:txBody>
      </p:sp>
    </p:spTree>
    <p:extLst>
      <p:ext uri="{BB962C8B-B14F-4D97-AF65-F5344CB8AC3E}">
        <p14:creationId xmlns:p14="http://schemas.microsoft.com/office/powerpoint/2010/main" val="1851810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BAB9-FEF7-4C85-CBC7-C0F9A5577A59}"/>
              </a:ext>
            </a:extLst>
          </p:cNvPr>
          <p:cNvSpPr>
            <a:spLocks noGrp="1"/>
          </p:cNvSpPr>
          <p:nvPr>
            <p:ph type="title"/>
          </p:nvPr>
        </p:nvSpPr>
        <p:spPr>
          <a:xfrm>
            <a:off x="394208" y="1433506"/>
            <a:ext cx="10515600" cy="868680"/>
          </a:xfrm>
        </p:spPr>
        <p:txBody>
          <a:bodyPr/>
          <a:lstStyle/>
          <a:p>
            <a:r>
              <a:rPr lang="en-US" dirty="0"/>
              <a:t>Title and 1-Column Bulleted List</a:t>
            </a:r>
          </a:p>
        </p:txBody>
      </p:sp>
      <p:sp>
        <p:nvSpPr>
          <p:cNvPr id="3" name="Content Placeholder 2">
            <a:extLst>
              <a:ext uri="{FF2B5EF4-FFF2-40B4-BE49-F238E27FC236}">
                <a16:creationId xmlns:a16="http://schemas.microsoft.com/office/drawing/2014/main" id="{2B7A0914-7C46-ACAF-8013-85559B80245A}"/>
              </a:ext>
            </a:extLst>
          </p:cNvPr>
          <p:cNvSpPr>
            <a:spLocks noGrp="1"/>
          </p:cNvSpPr>
          <p:nvPr>
            <p:ph idx="1"/>
          </p:nvPr>
        </p:nvSpPr>
        <p:spPr>
          <a:xfrm>
            <a:off x="394208" y="2451872"/>
            <a:ext cx="10515600" cy="404817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r>
              <a:rPr lang="en-US" dirty="0"/>
              <a:t>First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6" name="Slide Number Placeholder 5">
            <a:extLst>
              <a:ext uri="{FF2B5EF4-FFF2-40B4-BE49-F238E27FC236}">
                <a16:creationId xmlns:a16="http://schemas.microsoft.com/office/drawing/2014/main" id="{39017964-1A86-F8B9-3213-C863344BF7A1}"/>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5</a:t>
            </a:fld>
            <a:endParaRPr lang="en-US"/>
          </a:p>
        </p:txBody>
      </p:sp>
    </p:spTree>
    <p:extLst>
      <p:ext uri="{BB962C8B-B14F-4D97-AF65-F5344CB8AC3E}">
        <p14:creationId xmlns:p14="http://schemas.microsoft.com/office/powerpoint/2010/main" val="2067567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5A6E-8E82-37BD-83CF-C336D1E6852F}"/>
              </a:ext>
            </a:extLst>
          </p:cNvPr>
          <p:cNvSpPr>
            <a:spLocks noGrp="1"/>
          </p:cNvSpPr>
          <p:nvPr>
            <p:ph type="title"/>
          </p:nvPr>
        </p:nvSpPr>
        <p:spPr>
          <a:xfrm>
            <a:off x="394208" y="1433506"/>
            <a:ext cx="10515600" cy="868680"/>
          </a:xfrm>
        </p:spPr>
        <p:txBody>
          <a:bodyPr/>
          <a:lstStyle/>
          <a:p>
            <a:r>
              <a:rPr lang="en-US" dirty="0"/>
              <a:t>Title and 1-Column Bulleted List (no crest)</a:t>
            </a:r>
          </a:p>
        </p:txBody>
      </p:sp>
      <p:sp>
        <p:nvSpPr>
          <p:cNvPr id="3" name="Content Placeholder 2">
            <a:extLst>
              <a:ext uri="{FF2B5EF4-FFF2-40B4-BE49-F238E27FC236}">
                <a16:creationId xmlns:a16="http://schemas.microsoft.com/office/drawing/2014/main" id="{4AD1EEE7-57D9-90D3-F8FE-B33EC1AFE251}"/>
              </a:ext>
            </a:extLst>
          </p:cNvPr>
          <p:cNvSpPr>
            <a:spLocks noGrp="1"/>
          </p:cNvSpPr>
          <p:nvPr>
            <p:ph idx="1"/>
          </p:nvPr>
        </p:nvSpPr>
        <p:spPr>
          <a:xfrm>
            <a:off x="394208" y="2451872"/>
            <a:ext cx="10515600" cy="404817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r>
              <a:rPr lang="en-US" dirty="0"/>
              <a:t>First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4" name="Slide Number Placeholder 3">
            <a:extLst>
              <a:ext uri="{FF2B5EF4-FFF2-40B4-BE49-F238E27FC236}">
                <a16:creationId xmlns:a16="http://schemas.microsoft.com/office/drawing/2014/main" id="{7CADBFF9-1D03-E07A-B6AA-19A966B64BF4}"/>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6</a:t>
            </a:fld>
            <a:endParaRPr lang="en-US"/>
          </a:p>
        </p:txBody>
      </p:sp>
    </p:spTree>
    <p:extLst>
      <p:ext uri="{BB962C8B-B14F-4D97-AF65-F5344CB8AC3E}">
        <p14:creationId xmlns:p14="http://schemas.microsoft.com/office/powerpoint/2010/main" val="63407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0D20-A0AC-93E8-C894-BCD407799581}"/>
              </a:ext>
            </a:extLst>
          </p:cNvPr>
          <p:cNvSpPr>
            <a:spLocks noGrp="1"/>
          </p:cNvSpPr>
          <p:nvPr>
            <p:ph type="title"/>
          </p:nvPr>
        </p:nvSpPr>
        <p:spPr>
          <a:xfrm>
            <a:off x="394208" y="1433506"/>
            <a:ext cx="10515600" cy="868680"/>
          </a:xfrm>
        </p:spPr>
        <p:txBody>
          <a:bodyPr/>
          <a:lstStyle/>
          <a:p>
            <a:r>
              <a:rPr lang="en-US" dirty="0"/>
              <a:t>Title and 2-Column Bulleted List</a:t>
            </a:r>
          </a:p>
        </p:txBody>
      </p:sp>
      <p:sp>
        <p:nvSpPr>
          <p:cNvPr id="3" name="Content Placeholder 2">
            <a:extLst>
              <a:ext uri="{FF2B5EF4-FFF2-40B4-BE49-F238E27FC236}">
                <a16:creationId xmlns:a16="http://schemas.microsoft.com/office/drawing/2014/main" id="{012CC71D-ED60-1D8A-3A3D-EB7E5963A2D9}"/>
              </a:ext>
            </a:extLst>
          </p:cNvPr>
          <p:cNvSpPr>
            <a:spLocks noGrp="1"/>
          </p:cNvSpPr>
          <p:nvPr>
            <p:ph idx="1"/>
          </p:nvPr>
        </p:nvSpPr>
        <p:spPr>
          <a:xfrm>
            <a:off x="394208" y="2451872"/>
            <a:ext cx="5029200" cy="405079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4" name="Content Placeholder 3">
            <a:extLst>
              <a:ext uri="{FF2B5EF4-FFF2-40B4-BE49-F238E27FC236}">
                <a16:creationId xmlns:a16="http://schemas.microsoft.com/office/drawing/2014/main" id="{A4E55407-4026-BE46-015D-7F483B595735}"/>
              </a:ext>
            </a:extLst>
          </p:cNvPr>
          <p:cNvSpPr>
            <a:spLocks noGrp="1"/>
          </p:cNvSpPr>
          <p:nvPr>
            <p:ph idx="13"/>
          </p:nvPr>
        </p:nvSpPr>
        <p:spPr>
          <a:xfrm>
            <a:off x="5878286" y="2451872"/>
            <a:ext cx="5031522" cy="4048171"/>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a:p>
            <a:pPr lvl="2"/>
            <a:r>
              <a:rPr lang="en-US" dirty="0"/>
              <a:t>Third level text style</a:t>
            </a:r>
          </a:p>
          <a:p>
            <a:pPr lvl="3"/>
            <a:r>
              <a:rPr lang="en-US" dirty="0"/>
              <a:t>Fourth level text style</a:t>
            </a:r>
          </a:p>
          <a:p>
            <a:pPr lvl="4"/>
            <a:r>
              <a:rPr lang="en-US" dirty="0"/>
              <a:t>Fifth level text style</a:t>
            </a:r>
          </a:p>
        </p:txBody>
      </p:sp>
      <p:sp>
        <p:nvSpPr>
          <p:cNvPr id="5" name="Slide Number Placeholder 4">
            <a:extLst>
              <a:ext uri="{FF2B5EF4-FFF2-40B4-BE49-F238E27FC236}">
                <a16:creationId xmlns:a16="http://schemas.microsoft.com/office/drawing/2014/main" id="{3A240F16-B8CC-FF91-B7B1-00388737474F}"/>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7</a:t>
            </a:fld>
            <a:endParaRPr lang="en-US"/>
          </a:p>
        </p:txBody>
      </p:sp>
    </p:spTree>
    <p:extLst>
      <p:ext uri="{BB962C8B-B14F-4D97-AF65-F5344CB8AC3E}">
        <p14:creationId xmlns:p14="http://schemas.microsoft.com/office/powerpoint/2010/main" val="4123322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708E-4993-1700-ACF1-C3BF83993F12}"/>
              </a:ext>
              <a:ext uri="{C183D7F6-B498-43B3-948B-1728B52AA6E4}">
                <adec:decorative xmlns:adec="http://schemas.microsoft.com/office/drawing/2017/decorative" val="0"/>
              </a:ext>
            </a:extLst>
          </p:cNvPr>
          <p:cNvSpPr>
            <a:spLocks noGrp="1"/>
          </p:cNvSpPr>
          <p:nvPr>
            <p:ph type="title"/>
          </p:nvPr>
        </p:nvSpPr>
        <p:spPr>
          <a:xfrm>
            <a:off x="394208" y="1433506"/>
            <a:ext cx="10515600" cy="868680"/>
          </a:xfrm>
        </p:spPr>
        <p:txBody>
          <a:bodyPr/>
          <a:lstStyle/>
          <a:p>
            <a:r>
              <a:rPr lang="en-US" dirty="0"/>
              <a:t>Title, Sub-title and 1-Column Bulleted List</a:t>
            </a:r>
          </a:p>
        </p:txBody>
      </p:sp>
      <p:sp>
        <p:nvSpPr>
          <p:cNvPr id="3" name="Content Placeholder 2">
            <a:extLst>
              <a:ext uri="{FF2B5EF4-FFF2-40B4-BE49-F238E27FC236}">
                <a16:creationId xmlns:a16="http://schemas.microsoft.com/office/drawing/2014/main" id="{EB1A5C6D-7A26-F7F8-E615-F7324A48AF53}"/>
              </a:ext>
            </a:extLst>
          </p:cNvPr>
          <p:cNvSpPr>
            <a:spLocks noGrp="1"/>
          </p:cNvSpPr>
          <p:nvPr>
            <p:ph idx="1"/>
          </p:nvPr>
        </p:nvSpPr>
        <p:spPr>
          <a:xfrm>
            <a:off x="394206" y="2456033"/>
            <a:ext cx="10515600" cy="517986"/>
          </a:xfrm>
        </p:spPr>
        <p:txBody>
          <a:bodyPr/>
          <a:lstStyle/>
          <a:p>
            <a:r>
              <a:rPr lang="en-US" dirty="0"/>
              <a:t>sub-title placeholder text</a:t>
            </a:r>
          </a:p>
        </p:txBody>
      </p:sp>
      <p:sp>
        <p:nvSpPr>
          <p:cNvPr id="4" name="Content Placeholder 3">
            <a:extLst>
              <a:ext uri="{FF2B5EF4-FFF2-40B4-BE49-F238E27FC236}">
                <a16:creationId xmlns:a16="http://schemas.microsoft.com/office/drawing/2014/main" id="{3533EB89-4294-0170-418A-A76E396B00D1}"/>
              </a:ext>
            </a:extLst>
          </p:cNvPr>
          <p:cNvSpPr>
            <a:spLocks noGrp="1"/>
          </p:cNvSpPr>
          <p:nvPr>
            <p:ph idx="14"/>
          </p:nvPr>
        </p:nvSpPr>
        <p:spPr>
          <a:xfrm>
            <a:off x="394208" y="3095375"/>
            <a:ext cx="10515600" cy="3184283"/>
          </a:xfrm>
        </p:spPr>
        <p:txBody>
          <a:bodyPr/>
          <a:lstStyle/>
          <a:p>
            <a:r>
              <a:rPr lang="en-US" dirty="0"/>
              <a:t>First level text style</a:t>
            </a:r>
          </a:p>
          <a:p>
            <a:r>
              <a:rPr lang="en-US" dirty="0"/>
              <a:t>First level text style</a:t>
            </a:r>
          </a:p>
          <a:p>
            <a:pPr lvl="1"/>
            <a:r>
              <a:rPr lang="en-US" dirty="0"/>
              <a:t>Second level text style</a:t>
            </a:r>
          </a:p>
          <a:p>
            <a:pPr lvl="1"/>
            <a:r>
              <a:rPr lang="en-US" dirty="0"/>
              <a:t>Second level text style </a:t>
            </a:r>
          </a:p>
          <a:p>
            <a:pPr lvl="1"/>
            <a:r>
              <a:rPr lang="en-US" dirty="0"/>
              <a:t>Second level text style</a:t>
            </a:r>
          </a:p>
          <a:p>
            <a:r>
              <a:rPr lang="en-US" dirty="0"/>
              <a:t>First level text style</a:t>
            </a:r>
          </a:p>
          <a:p>
            <a:r>
              <a:rPr lang="en-US" dirty="0"/>
              <a:t>First level text style</a:t>
            </a:r>
          </a:p>
          <a:p>
            <a:pPr lvl="1"/>
            <a:endParaRPr lang="en-US" dirty="0"/>
          </a:p>
          <a:p>
            <a:endParaRPr lang="en-US" dirty="0"/>
          </a:p>
        </p:txBody>
      </p:sp>
      <p:sp>
        <p:nvSpPr>
          <p:cNvPr id="5" name="Slide Number Placeholder 4">
            <a:extLst>
              <a:ext uri="{FF2B5EF4-FFF2-40B4-BE49-F238E27FC236}">
                <a16:creationId xmlns:a16="http://schemas.microsoft.com/office/drawing/2014/main" id="{84E9C815-DB2E-1D25-41A6-DDE6864C2B83}"/>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8</a:t>
            </a:fld>
            <a:endParaRPr lang="en-US"/>
          </a:p>
        </p:txBody>
      </p:sp>
    </p:spTree>
    <p:extLst>
      <p:ext uri="{BB962C8B-B14F-4D97-AF65-F5344CB8AC3E}">
        <p14:creationId xmlns:p14="http://schemas.microsoft.com/office/powerpoint/2010/main" val="2018001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9ABB-755E-E6C1-F5F7-B356BB42278C}"/>
              </a:ext>
              <a:ext uri="{C183D7F6-B498-43B3-948B-1728B52AA6E4}">
                <adec:decorative xmlns:adec="http://schemas.microsoft.com/office/drawing/2017/decorative" val="0"/>
              </a:ext>
            </a:extLst>
          </p:cNvPr>
          <p:cNvSpPr>
            <a:spLocks noGrp="1"/>
          </p:cNvSpPr>
          <p:nvPr>
            <p:ph type="title"/>
          </p:nvPr>
        </p:nvSpPr>
        <p:spPr>
          <a:xfrm>
            <a:off x="394208" y="1433506"/>
            <a:ext cx="10515600" cy="868680"/>
          </a:xfrm>
        </p:spPr>
        <p:txBody>
          <a:bodyPr/>
          <a:lstStyle/>
          <a:p>
            <a:r>
              <a:rPr lang="en-US" dirty="0"/>
              <a:t>Title, Sub-title and 2-Column Bulleted List</a:t>
            </a:r>
          </a:p>
        </p:txBody>
      </p:sp>
      <p:sp>
        <p:nvSpPr>
          <p:cNvPr id="3" name="Content Placeholder 2">
            <a:extLst>
              <a:ext uri="{FF2B5EF4-FFF2-40B4-BE49-F238E27FC236}">
                <a16:creationId xmlns:a16="http://schemas.microsoft.com/office/drawing/2014/main" id="{53329318-909F-C57B-9BF3-2DC6425D41EB}"/>
              </a:ext>
              <a:ext uri="{C183D7F6-B498-43B3-948B-1728B52AA6E4}">
                <adec:decorative xmlns:adec="http://schemas.microsoft.com/office/drawing/2017/decorative" val="0"/>
              </a:ext>
            </a:extLst>
          </p:cNvPr>
          <p:cNvSpPr>
            <a:spLocks noGrp="1"/>
          </p:cNvSpPr>
          <p:nvPr>
            <p:ph idx="1"/>
          </p:nvPr>
        </p:nvSpPr>
        <p:spPr>
          <a:xfrm>
            <a:off x="394206" y="2456033"/>
            <a:ext cx="4939792" cy="517986"/>
          </a:xfrm>
        </p:spPr>
        <p:txBody>
          <a:bodyPr/>
          <a:lstStyle/>
          <a:p>
            <a:r>
              <a:rPr lang="en-US" dirty="0"/>
              <a:t>sub-title placeholder text</a:t>
            </a:r>
          </a:p>
        </p:txBody>
      </p:sp>
      <p:sp>
        <p:nvSpPr>
          <p:cNvPr id="4" name="Content Placeholder 3">
            <a:extLst>
              <a:ext uri="{FF2B5EF4-FFF2-40B4-BE49-F238E27FC236}">
                <a16:creationId xmlns:a16="http://schemas.microsoft.com/office/drawing/2014/main" id="{744F2667-0B7E-8588-F09F-9FB864F69318}"/>
              </a:ext>
              <a:ext uri="{C183D7F6-B498-43B3-948B-1728B52AA6E4}">
                <adec:decorative xmlns:adec="http://schemas.microsoft.com/office/drawing/2017/decorative" val="0"/>
              </a:ext>
            </a:extLst>
          </p:cNvPr>
          <p:cNvSpPr>
            <a:spLocks noGrp="1"/>
          </p:cNvSpPr>
          <p:nvPr>
            <p:ph idx="14"/>
          </p:nvPr>
        </p:nvSpPr>
        <p:spPr>
          <a:xfrm>
            <a:off x="394208" y="3095375"/>
            <a:ext cx="4939792" cy="3184283"/>
          </a:xfrm>
        </p:spPr>
        <p:txBody>
          <a:bodyPr/>
          <a:lstStyle/>
          <a:p>
            <a:r>
              <a:rPr lang="en-US" dirty="0"/>
              <a:t>First level text style</a:t>
            </a:r>
          </a:p>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p:txBody>
      </p:sp>
      <p:sp>
        <p:nvSpPr>
          <p:cNvPr id="5" name="Content Placeholder 4">
            <a:extLst>
              <a:ext uri="{FF2B5EF4-FFF2-40B4-BE49-F238E27FC236}">
                <a16:creationId xmlns:a16="http://schemas.microsoft.com/office/drawing/2014/main" id="{7FB05B8F-8526-1923-3C29-92616C1A39D4}"/>
              </a:ext>
              <a:ext uri="{C183D7F6-B498-43B3-948B-1728B52AA6E4}">
                <adec:decorative xmlns:adec="http://schemas.microsoft.com/office/drawing/2017/decorative" val="0"/>
              </a:ext>
            </a:extLst>
          </p:cNvPr>
          <p:cNvSpPr>
            <a:spLocks noGrp="1"/>
          </p:cNvSpPr>
          <p:nvPr>
            <p:ph idx="15"/>
          </p:nvPr>
        </p:nvSpPr>
        <p:spPr>
          <a:xfrm>
            <a:off x="5977588" y="2456033"/>
            <a:ext cx="4939792" cy="517986"/>
          </a:xfrm>
        </p:spPr>
        <p:txBody>
          <a:bodyPr/>
          <a:lstStyle/>
          <a:p>
            <a:r>
              <a:rPr lang="en-US" dirty="0"/>
              <a:t>sub-title placeholder text</a:t>
            </a:r>
          </a:p>
        </p:txBody>
      </p:sp>
      <p:sp>
        <p:nvSpPr>
          <p:cNvPr id="6" name="Content Placeholder 5">
            <a:extLst>
              <a:ext uri="{FF2B5EF4-FFF2-40B4-BE49-F238E27FC236}">
                <a16:creationId xmlns:a16="http://schemas.microsoft.com/office/drawing/2014/main" id="{5D97996D-45B7-21D1-D340-45E421193667}"/>
              </a:ext>
              <a:ext uri="{C183D7F6-B498-43B3-948B-1728B52AA6E4}">
                <adec:decorative xmlns:adec="http://schemas.microsoft.com/office/drawing/2017/decorative" val="0"/>
              </a:ext>
            </a:extLst>
          </p:cNvPr>
          <p:cNvSpPr>
            <a:spLocks noGrp="1"/>
          </p:cNvSpPr>
          <p:nvPr>
            <p:ph idx="16"/>
          </p:nvPr>
        </p:nvSpPr>
        <p:spPr>
          <a:xfrm>
            <a:off x="5977590" y="3095375"/>
            <a:ext cx="4939792" cy="3184283"/>
          </a:xfrm>
        </p:spPr>
        <p:txBody>
          <a:bodyPr/>
          <a:lstStyle/>
          <a:p>
            <a:r>
              <a:rPr lang="en-US" dirty="0"/>
              <a:t>First level text style</a:t>
            </a:r>
          </a:p>
          <a:p>
            <a:r>
              <a:rPr lang="en-US" dirty="0"/>
              <a:t>First level text style</a:t>
            </a:r>
          </a:p>
          <a:p>
            <a:r>
              <a:rPr lang="en-US" dirty="0"/>
              <a:t>First level text style</a:t>
            </a:r>
          </a:p>
          <a:p>
            <a:pPr lvl="1"/>
            <a:r>
              <a:rPr lang="en-US" dirty="0"/>
              <a:t>Second level text style</a:t>
            </a:r>
          </a:p>
          <a:p>
            <a:pPr lvl="1"/>
            <a:r>
              <a:rPr lang="en-US" dirty="0"/>
              <a:t>Second level text style</a:t>
            </a:r>
          </a:p>
          <a:p>
            <a:pPr lvl="1"/>
            <a:r>
              <a:rPr lang="en-US" dirty="0"/>
              <a:t>Second level text style</a:t>
            </a:r>
          </a:p>
        </p:txBody>
      </p:sp>
      <p:sp>
        <p:nvSpPr>
          <p:cNvPr id="7" name="Slide Number Placeholder 6">
            <a:extLst>
              <a:ext uri="{FF2B5EF4-FFF2-40B4-BE49-F238E27FC236}">
                <a16:creationId xmlns:a16="http://schemas.microsoft.com/office/drawing/2014/main" id="{878B3EB4-DFBF-99C5-8480-030C7C3C4989}"/>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9</a:t>
            </a:fld>
            <a:endParaRPr lang="en-US" dirty="0"/>
          </a:p>
        </p:txBody>
      </p:sp>
    </p:spTree>
    <p:extLst>
      <p:ext uri="{BB962C8B-B14F-4D97-AF65-F5344CB8AC3E}">
        <p14:creationId xmlns:p14="http://schemas.microsoft.com/office/powerpoint/2010/main" val="2915895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AC2C5-5AD3-5C88-6C26-3379804EA9BF}"/>
              </a:ext>
            </a:extLst>
          </p:cNvPr>
          <p:cNvSpPr>
            <a:spLocks noGrp="1"/>
          </p:cNvSpPr>
          <p:nvPr>
            <p:ph type="title"/>
          </p:nvPr>
        </p:nvSpPr>
        <p:spPr>
          <a:xfrm>
            <a:off x="393700" y="1433513"/>
            <a:ext cx="5440363" cy="868362"/>
          </a:xfrm>
        </p:spPr>
        <p:txBody>
          <a:bodyPr/>
          <a:lstStyle/>
          <a:p>
            <a:r>
              <a:rPr lang="en-US" dirty="0"/>
              <a:t>Title, Content and Graph</a:t>
            </a:r>
          </a:p>
        </p:txBody>
      </p:sp>
      <p:sp>
        <p:nvSpPr>
          <p:cNvPr id="3" name="Text Placeholder 2">
            <a:extLst>
              <a:ext uri="{FF2B5EF4-FFF2-40B4-BE49-F238E27FC236}">
                <a16:creationId xmlns:a16="http://schemas.microsoft.com/office/drawing/2014/main" id="{0FE984D7-6E5E-AECF-52DA-056035904987}"/>
              </a:ext>
            </a:extLst>
          </p:cNvPr>
          <p:cNvSpPr>
            <a:spLocks noGrp="1"/>
          </p:cNvSpPr>
          <p:nvPr>
            <p:ph type="body" sz="half" idx="2"/>
          </p:nvPr>
        </p:nvSpPr>
        <p:spPr>
          <a:xfrm>
            <a:off x="391564" y="2410823"/>
            <a:ext cx="5192807" cy="3811588"/>
          </a:xfrm>
        </p:spPr>
        <p:txBody>
          <a:bodyPr/>
          <a:lstStyle/>
          <a:p>
            <a:r>
              <a:rPr lang="en-US"/>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endParaRPr lang="en-US" dirty="0"/>
          </a:p>
        </p:txBody>
      </p:sp>
      <p:graphicFrame>
        <p:nvGraphicFramePr>
          <p:cNvPr id="6" name="Chart Placeholder 5" descr="this is a placeholder chart">
            <a:extLst>
              <a:ext uri="{FF2B5EF4-FFF2-40B4-BE49-F238E27FC236}">
                <a16:creationId xmlns:a16="http://schemas.microsoft.com/office/drawing/2014/main" id="{E340BCDB-4CBE-4404-580A-E7FD7EA69593}"/>
              </a:ext>
            </a:extLst>
          </p:cNvPr>
          <p:cNvGraphicFramePr>
            <a:graphicFrameLocks noGrp="1"/>
          </p:cNvGraphicFramePr>
          <p:nvPr>
            <p:ph type="chart" sz="quarter" idx="10"/>
            <p:extLst>
              <p:ext uri="{D42A27DB-BD31-4B8C-83A1-F6EECF244321}">
                <p14:modId xmlns:p14="http://schemas.microsoft.com/office/powerpoint/2010/main" val="3000638287"/>
              </p:ext>
            </p:extLst>
          </p:nvPr>
        </p:nvGraphicFramePr>
        <p:xfrm>
          <a:off x="5834063" y="2032228"/>
          <a:ext cx="5964237" cy="43211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453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DBC93-E4F7-56E2-8088-7F5B1D3ED99F}"/>
              </a:ext>
            </a:extLst>
          </p:cNvPr>
          <p:cNvSpPr>
            <a:spLocks noGrp="1"/>
          </p:cNvSpPr>
          <p:nvPr>
            <p:ph type="title"/>
          </p:nvPr>
        </p:nvSpPr>
        <p:spPr>
          <a:xfrm>
            <a:off x="394208" y="1433506"/>
            <a:ext cx="5190163" cy="868680"/>
          </a:xfrm>
        </p:spPr>
        <p:txBody>
          <a:bodyPr/>
          <a:lstStyle/>
          <a:p>
            <a:r>
              <a:rPr lang="en-US" dirty="0"/>
              <a:t>Title, Content and Photo</a:t>
            </a:r>
          </a:p>
        </p:txBody>
      </p:sp>
      <p:sp>
        <p:nvSpPr>
          <p:cNvPr id="3" name="Text Placeholder 2">
            <a:extLst>
              <a:ext uri="{FF2B5EF4-FFF2-40B4-BE49-F238E27FC236}">
                <a16:creationId xmlns:a16="http://schemas.microsoft.com/office/drawing/2014/main" id="{94871476-3A7A-72AF-C0F2-89000D3D1363}"/>
              </a:ext>
            </a:extLst>
          </p:cNvPr>
          <p:cNvSpPr>
            <a:spLocks noGrp="1"/>
          </p:cNvSpPr>
          <p:nvPr>
            <p:ph type="body" sz="half" idx="2"/>
          </p:nvPr>
        </p:nvSpPr>
        <p:spPr>
          <a:xfrm>
            <a:off x="391564" y="2410823"/>
            <a:ext cx="5192807" cy="3811588"/>
          </a:xfrm>
        </p:spPr>
        <p:txBody>
          <a:bodyPr/>
          <a:lstStyle/>
          <a:p>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6" name="Picture Placeholder 5">
            <a:extLst>
              <a:ext uri="{FF2B5EF4-FFF2-40B4-BE49-F238E27FC236}">
                <a16:creationId xmlns:a16="http://schemas.microsoft.com/office/drawing/2014/main" id="{39DAD67F-A620-27F8-0D4A-F6EAF6BB47DA}"/>
              </a:ext>
            </a:extLst>
          </p:cNvPr>
          <p:cNvSpPr>
            <a:spLocks noGrp="1"/>
          </p:cNvSpPr>
          <p:nvPr>
            <p:ph type="pic" idx="1"/>
          </p:nvPr>
        </p:nvSpPr>
        <p:spPr/>
        <p:txBody>
          <a:bodyPr/>
          <a:lstStyle/>
          <a:p>
            <a:endParaRPr lang="en-US"/>
          </a:p>
        </p:txBody>
      </p:sp>
    </p:spTree>
    <p:extLst>
      <p:ext uri="{BB962C8B-B14F-4D97-AF65-F5344CB8AC3E}">
        <p14:creationId xmlns:p14="http://schemas.microsoft.com/office/powerpoint/2010/main" val="3214654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27881-DC11-5833-EEF7-23F6FC02F50F}"/>
              </a:ext>
            </a:extLst>
          </p:cNvPr>
          <p:cNvSpPr>
            <a:spLocks noGrp="1"/>
          </p:cNvSpPr>
          <p:nvPr>
            <p:ph type="title"/>
          </p:nvPr>
        </p:nvSpPr>
        <p:spPr>
          <a:xfrm>
            <a:off x="393700" y="1433513"/>
            <a:ext cx="5408386" cy="868362"/>
          </a:xfrm>
        </p:spPr>
        <p:txBody>
          <a:bodyPr/>
          <a:lstStyle/>
          <a:p>
            <a:r>
              <a:rPr lang="en-US" dirty="0"/>
              <a:t>Title, Content and Photos</a:t>
            </a:r>
          </a:p>
        </p:txBody>
      </p:sp>
      <p:sp>
        <p:nvSpPr>
          <p:cNvPr id="3" name="Text Placeholder 2">
            <a:extLst>
              <a:ext uri="{FF2B5EF4-FFF2-40B4-BE49-F238E27FC236}">
                <a16:creationId xmlns:a16="http://schemas.microsoft.com/office/drawing/2014/main" id="{F156D7FA-F5B1-A683-BE2C-FC28EB97ADF4}"/>
              </a:ext>
            </a:extLst>
          </p:cNvPr>
          <p:cNvSpPr>
            <a:spLocks noGrp="1"/>
          </p:cNvSpPr>
          <p:nvPr>
            <p:ph type="body" sz="half" idx="2"/>
          </p:nvPr>
        </p:nvSpPr>
        <p:spPr>
          <a:xfrm>
            <a:off x="391564" y="2410823"/>
            <a:ext cx="5192807" cy="3811588"/>
          </a:xfrm>
        </p:spPr>
        <p:txBody>
          <a:bodyPr/>
          <a:lstStyle/>
          <a:p>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6" name="Picture Placeholder 5">
            <a:extLst>
              <a:ext uri="{FF2B5EF4-FFF2-40B4-BE49-F238E27FC236}">
                <a16:creationId xmlns:a16="http://schemas.microsoft.com/office/drawing/2014/main" id="{603FE70C-14AD-2AEC-7410-8C211C2AF9F1}"/>
              </a:ext>
            </a:extLst>
          </p:cNvPr>
          <p:cNvSpPr>
            <a:spLocks noGrp="1"/>
          </p:cNvSpPr>
          <p:nvPr>
            <p:ph type="pic" idx="1"/>
          </p:nvPr>
        </p:nvSpPr>
        <p:spPr/>
        <p:txBody>
          <a:bodyPr/>
          <a:lstStyle/>
          <a:p>
            <a:endParaRPr lang="en-US"/>
          </a:p>
        </p:txBody>
      </p:sp>
      <p:sp>
        <p:nvSpPr>
          <p:cNvPr id="8" name="Picture Placeholder 7">
            <a:extLst>
              <a:ext uri="{FF2B5EF4-FFF2-40B4-BE49-F238E27FC236}">
                <a16:creationId xmlns:a16="http://schemas.microsoft.com/office/drawing/2014/main" id="{AC309045-044B-0D82-515D-5C11992ABFF3}"/>
              </a:ext>
            </a:extLst>
          </p:cNvPr>
          <p:cNvSpPr>
            <a:spLocks noGrp="1"/>
          </p:cNvSpPr>
          <p:nvPr>
            <p:ph type="pic" idx="11"/>
          </p:nvPr>
        </p:nvSpPr>
        <p:spPr/>
        <p:txBody>
          <a:bodyPr/>
          <a:lstStyle/>
          <a:p>
            <a:endParaRPr lang="en-US"/>
          </a:p>
        </p:txBody>
      </p:sp>
      <p:sp>
        <p:nvSpPr>
          <p:cNvPr id="7" name="Picture Placeholder 6">
            <a:extLst>
              <a:ext uri="{FF2B5EF4-FFF2-40B4-BE49-F238E27FC236}">
                <a16:creationId xmlns:a16="http://schemas.microsoft.com/office/drawing/2014/main" id="{2369469A-FA78-CA80-13BB-5EA3AE4F5F17}"/>
              </a:ext>
            </a:extLst>
          </p:cNvPr>
          <p:cNvSpPr>
            <a:spLocks noGrp="1"/>
          </p:cNvSpPr>
          <p:nvPr>
            <p:ph type="pic" idx="10"/>
          </p:nvPr>
        </p:nvSpPr>
        <p:spPr/>
        <p:txBody>
          <a:bodyPr/>
          <a:lstStyle/>
          <a:p>
            <a:endParaRPr lang="en-US"/>
          </a:p>
        </p:txBody>
      </p:sp>
    </p:spTree>
    <p:extLst>
      <p:ext uri="{BB962C8B-B14F-4D97-AF65-F5344CB8AC3E}">
        <p14:creationId xmlns:p14="http://schemas.microsoft.com/office/powerpoint/2010/main" val="3323375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7E4CE-C6EE-170A-7FE9-73A182D49CAD}"/>
              </a:ext>
            </a:extLst>
          </p:cNvPr>
          <p:cNvSpPr>
            <a:spLocks noGrp="1"/>
          </p:cNvSpPr>
          <p:nvPr>
            <p:ph type="title"/>
          </p:nvPr>
        </p:nvSpPr>
        <p:spPr/>
        <p:txBody>
          <a:bodyPr/>
          <a:lstStyle/>
          <a:p>
            <a:r>
              <a:rPr lang="en-US" dirty="0"/>
              <a:t>Full-width Photo</a:t>
            </a:r>
          </a:p>
        </p:txBody>
      </p:sp>
      <p:sp>
        <p:nvSpPr>
          <p:cNvPr id="3" name="Picture Placeholder 2">
            <a:extLst>
              <a:ext uri="{FF2B5EF4-FFF2-40B4-BE49-F238E27FC236}">
                <a16:creationId xmlns:a16="http://schemas.microsoft.com/office/drawing/2014/main" id="{0C66FB03-6B46-0627-0748-453379A267DD}"/>
              </a:ext>
            </a:extLst>
          </p:cNvPr>
          <p:cNvSpPr>
            <a:spLocks noGrp="1"/>
          </p:cNvSpPr>
          <p:nvPr>
            <p:ph type="pic" idx="1"/>
          </p:nvPr>
        </p:nvSpPr>
        <p:spPr/>
        <p:txBody>
          <a:bodyPr/>
          <a:lstStyle/>
          <a:p>
            <a:endParaRPr lang="en-US" dirty="0"/>
          </a:p>
        </p:txBody>
      </p:sp>
    </p:spTree>
    <p:extLst>
      <p:ext uri="{BB962C8B-B14F-4D97-AF65-F5344CB8AC3E}">
        <p14:creationId xmlns:p14="http://schemas.microsoft.com/office/powerpoint/2010/main" val="3506852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8C527-7843-C83E-BAA6-DF6D93FCC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4A773-5DE3-FF6B-771F-66C1C678A07B}"/>
              </a:ext>
              <a:ext uri="{C183D7F6-B498-43B3-948B-1728B52AA6E4}">
                <adec:decorative xmlns:adec="http://schemas.microsoft.com/office/drawing/2017/decorative" val="0"/>
              </a:ext>
            </a:extLst>
          </p:cNvPr>
          <p:cNvSpPr>
            <a:spLocks noGrp="1"/>
          </p:cNvSpPr>
          <p:nvPr>
            <p:ph type="title"/>
          </p:nvPr>
        </p:nvSpPr>
        <p:spPr>
          <a:xfrm>
            <a:off x="394208" y="1433506"/>
            <a:ext cx="10515600" cy="868680"/>
          </a:xfrm>
        </p:spPr>
        <p:txBody>
          <a:bodyPr/>
          <a:lstStyle/>
          <a:p>
            <a:r>
              <a:rPr lang="en-US" dirty="0"/>
              <a:t>Graphic Elements</a:t>
            </a:r>
          </a:p>
        </p:txBody>
      </p:sp>
      <p:sp>
        <p:nvSpPr>
          <p:cNvPr id="3" name="Text Placeholder 2">
            <a:extLst>
              <a:ext uri="{FF2B5EF4-FFF2-40B4-BE49-F238E27FC236}">
                <a16:creationId xmlns:a16="http://schemas.microsoft.com/office/drawing/2014/main" id="{5347C01A-57C1-5C4F-AB2B-C85539C58524}"/>
              </a:ext>
              <a:ext uri="{C183D7F6-B498-43B3-948B-1728B52AA6E4}">
                <adec:decorative xmlns:adec="http://schemas.microsoft.com/office/drawing/2017/decorative" val="0"/>
              </a:ext>
            </a:extLst>
          </p:cNvPr>
          <p:cNvSpPr>
            <a:spLocks noGrp="1"/>
          </p:cNvSpPr>
          <p:nvPr>
            <p:ph type="body" sz="half" idx="2"/>
          </p:nvPr>
        </p:nvSpPr>
        <p:spPr>
          <a:xfrm>
            <a:off x="392113" y="2411413"/>
            <a:ext cx="6270625" cy="1606839"/>
          </a:xfrm>
        </p:spPr>
        <p:txBody>
          <a:bodyPr/>
          <a:lstStyle/>
          <a:p>
            <a:r>
              <a:rPr lang="en-US" dirty="0"/>
              <a:t>Copy and paste these graphic elements to give your presentation a touch of color. Only use the official UB brand color palette. For more information, please visit </a:t>
            </a:r>
            <a:r>
              <a:rPr lang="en-US" dirty="0">
                <a:hlinkClick r:id="rId2"/>
              </a:rPr>
              <a:t>buffalo.edu/brand/creative/color/color-palette</a:t>
            </a:r>
            <a:r>
              <a:rPr lang="en-US" dirty="0"/>
              <a:t>.</a:t>
            </a:r>
          </a:p>
        </p:txBody>
      </p:sp>
      <p:sp>
        <p:nvSpPr>
          <p:cNvPr id="4" name="Arrow - Dashed">
            <a:extLst>
              <a:ext uri="{FF2B5EF4-FFF2-40B4-BE49-F238E27FC236}">
                <a16:creationId xmlns:a16="http://schemas.microsoft.com/office/drawing/2014/main" id="{C46D7718-E550-088B-A200-3E9EA5010F47}"/>
              </a:ext>
              <a:ext uri="{C183D7F6-B498-43B3-948B-1728B52AA6E4}">
                <adec:decorative xmlns:adec="http://schemas.microsoft.com/office/drawing/2017/decorative" val="1"/>
              </a:ext>
            </a:extLst>
          </p:cNvPr>
          <p:cNvSpPr/>
          <p:nvPr/>
        </p:nvSpPr>
        <p:spPr>
          <a:xfrm rot="16200000" flipV="1">
            <a:off x="869871" y="4059762"/>
            <a:ext cx="1399130" cy="1663105"/>
          </a:xfrm>
          <a:prstGeom prst="arc">
            <a:avLst>
              <a:gd name="adj1" fmla="val 16200000"/>
              <a:gd name="adj2" fmla="val 4002257"/>
            </a:avLst>
          </a:prstGeom>
          <a:ln w="20320">
            <a:solidFill>
              <a:schemeClr val="tx2"/>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charset="0"/>
            </a:endParaRPr>
          </a:p>
        </p:txBody>
      </p:sp>
      <p:sp>
        <p:nvSpPr>
          <p:cNvPr id="5" name="Arrow - Solid">
            <a:extLst>
              <a:ext uri="{FF2B5EF4-FFF2-40B4-BE49-F238E27FC236}">
                <a16:creationId xmlns:a16="http://schemas.microsoft.com/office/drawing/2014/main" id="{1BE93383-2FEA-D466-2063-08D48B1938F0}"/>
              </a:ext>
              <a:ext uri="{C183D7F6-B498-43B3-948B-1728B52AA6E4}">
                <adec:decorative xmlns:adec="http://schemas.microsoft.com/office/drawing/2017/decorative" val="1"/>
              </a:ext>
            </a:extLst>
          </p:cNvPr>
          <p:cNvSpPr/>
          <p:nvPr/>
        </p:nvSpPr>
        <p:spPr>
          <a:xfrm rot="16200000" flipV="1">
            <a:off x="3143306" y="4059761"/>
            <a:ext cx="1399130" cy="1663105"/>
          </a:xfrm>
          <a:prstGeom prst="arc">
            <a:avLst>
              <a:gd name="adj1" fmla="val 16200000"/>
              <a:gd name="adj2" fmla="val 4002257"/>
            </a:avLst>
          </a:prstGeom>
          <a:ln w="20320">
            <a:solidFill>
              <a:schemeClr val="tx2"/>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charset="0"/>
            </a:endParaRPr>
          </a:p>
        </p:txBody>
      </p:sp>
      <p:sp>
        <p:nvSpPr>
          <p:cNvPr id="6" name="Icon 1" descr="1">
            <a:extLst>
              <a:ext uri="{FF2B5EF4-FFF2-40B4-BE49-F238E27FC236}">
                <a16:creationId xmlns:a16="http://schemas.microsoft.com/office/drawing/2014/main" id="{9C04D412-2158-9FB1-7FCD-FCD6B5C364C0}"/>
              </a:ext>
              <a:ext uri="{C183D7F6-B498-43B3-948B-1728B52AA6E4}">
                <adec:decorative xmlns:adec="http://schemas.microsoft.com/office/drawing/2017/decorative" val="0"/>
              </a:ext>
            </a:extLst>
          </p:cNvPr>
          <p:cNvSpPr/>
          <p:nvPr/>
        </p:nvSpPr>
        <p:spPr>
          <a:xfrm>
            <a:off x="749186"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1</a:t>
            </a:r>
          </a:p>
        </p:txBody>
      </p:sp>
      <p:sp>
        <p:nvSpPr>
          <p:cNvPr id="7" name="Icon 2" descr="2">
            <a:extLst>
              <a:ext uri="{FF2B5EF4-FFF2-40B4-BE49-F238E27FC236}">
                <a16:creationId xmlns:a16="http://schemas.microsoft.com/office/drawing/2014/main" id="{E284C18C-EDF2-7B0E-91D6-4740661CF3E0}"/>
              </a:ext>
              <a:ext uri="{C183D7F6-B498-43B3-948B-1728B52AA6E4}">
                <adec:decorative xmlns:adec="http://schemas.microsoft.com/office/drawing/2017/decorative" val="0"/>
              </a:ext>
            </a:extLst>
          </p:cNvPr>
          <p:cNvSpPr/>
          <p:nvPr/>
        </p:nvSpPr>
        <p:spPr>
          <a:xfrm>
            <a:off x="1224323"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2</a:t>
            </a:r>
          </a:p>
        </p:txBody>
      </p:sp>
      <p:sp>
        <p:nvSpPr>
          <p:cNvPr id="8" name="Icon 3" descr="3">
            <a:extLst>
              <a:ext uri="{FF2B5EF4-FFF2-40B4-BE49-F238E27FC236}">
                <a16:creationId xmlns:a16="http://schemas.microsoft.com/office/drawing/2014/main" id="{AE0D7E94-53DB-986C-1903-92CF8C2B786E}"/>
              </a:ext>
            </a:extLst>
          </p:cNvPr>
          <p:cNvSpPr/>
          <p:nvPr/>
        </p:nvSpPr>
        <p:spPr>
          <a:xfrm>
            <a:off x="1699460"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3</a:t>
            </a:r>
          </a:p>
        </p:txBody>
      </p:sp>
      <p:sp>
        <p:nvSpPr>
          <p:cNvPr id="9" name="Icon 4" descr="4">
            <a:extLst>
              <a:ext uri="{FF2B5EF4-FFF2-40B4-BE49-F238E27FC236}">
                <a16:creationId xmlns:a16="http://schemas.microsoft.com/office/drawing/2014/main" id="{8C755019-2CDA-A0C2-C13C-502B4A3D2F20}"/>
              </a:ext>
            </a:extLst>
          </p:cNvPr>
          <p:cNvSpPr/>
          <p:nvPr/>
        </p:nvSpPr>
        <p:spPr>
          <a:xfrm>
            <a:off x="2174597"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4</a:t>
            </a:r>
          </a:p>
        </p:txBody>
      </p:sp>
      <p:sp>
        <p:nvSpPr>
          <p:cNvPr id="10" name="Icon 5" descr="5">
            <a:extLst>
              <a:ext uri="{FF2B5EF4-FFF2-40B4-BE49-F238E27FC236}">
                <a16:creationId xmlns:a16="http://schemas.microsoft.com/office/drawing/2014/main" id="{53375B43-D509-F456-1E1D-9D2A6C5A7574}"/>
              </a:ext>
            </a:extLst>
          </p:cNvPr>
          <p:cNvSpPr/>
          <p:nvPr/>
        </p:nvSpPr>
        <p:spPr>
          <a:xfrm>
            <a:off x="2649734"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5</a:t>
            </a:r>
          </a:p>
        </p:txBody>
      </p:sp>
      <p:sp>
        <p:nvSpPr>
          <p:cNvPr id="11" name="Icon 6" descr="6">
            <a:extLst>
              <a:ext uri="{FF2B5EF4-FFF2-40B4-BE49-F238E27FC236}">
                <a16:creationId xmlns:a16="http://schemas.microsoft.com/office/drawing/2014/main" id="{3812854C-1AA1-3F07-E7D4-35B73680DF46}"/>
              </a:ext>
            </a:extLst>
          </p:cNvPr>
          <p:cNvSpPr/>
          <p:nvPr/>
        </p:nvSpPr>
        <p:spPr>
          <a:xfrm>
            <a:off x="3124871"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6</a:t>
            </a:r>
          </a:p>
        </p:txBody>
      </p:sp>
      <p:sp>
        <p:nvSpPr>
          <p:cNvPr id="12" name="Icon 7" descr="7">
            <a:extLst>
              <a:ext uri="{FF2B5EF4-FFF2-40B4-BE49-F238E27FC236}">
                <a16:creationId xmlns:a16="http://schemas.microsoft.com/office/drawing/2014/main" id="{AD160C36-CABD-C84A-F1D9-FB3EA19B11C0}"/>
              </a:ext>
            </a:extLst>
          </p:cNvPr>
          <p:cNvSpPr/>
          <p:nvPr/>
        </p:nvSpPr>
        <p:spPr>
          <a:xfrm>
            <a:off x="3600008"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7</a:t>
            </a:r>
          </a:p>
        </p:txBody>
      </p:sp>
      <p:sp>
        <p:nvSpPr>
          <p:cNvPr id="13" name="Icon 8" descr="8">
            <a:extLst>
              <a:ext uri="{FF2B5EF4-FFF2-40B4-BE49-F238E27FC236}">
                <a16:creationId xmlns:a16="http://schemas.microsoft.com/office/drawing/2014/main" id="{2B4967E0-A86C-BD7E-0C4B-EC644928703A}"/>
              </a:ext>
            </a:extLst>
          </p:cNvPr>
          <p:cNvSpPr/>
          <p:nvPr/>
        </p:nvSpPr>
        <p:spPr>
          <a:xfrm>
            <a:off x="4075145"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8</a:t>
            </a:r>
          </a:p>
        </p:txBody>
      </p:sp>
      <p:sp>
        <p:nvSpPr>
          <p:cNvPr id="14" name="Icon 9" descr="9">
            <a:extLst>
              <a:ext uri="{FF2B5EF4-FFF2-40B4-BE49-F238E27FC236}">
                <a16:creationId xmlns:a16="http://schemas.microsoft.com/office/drawing/2014/main" id="{E6730FB0-0A6D-B6D8-D7D8-DBA6A23B5B01}"/>
              </a:ext>
            </a:extLst>
          </p:cNvPr>
          <p:cNvSpPr/>
          <p:nvPr/>
        </p:nvSpPr>
        <p:spPr>
          <a:xfrm>
            <a:off x="4550282"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9</a:t>
            </a:r>
          </a:p>
        </p:txBody>
      </p:sp>
      <p:sp>
        <p:nvSpPr>
          <p:cNvPr id="15" name="Icon 0" descr="0">
            <a:extLst>
              <a:ext uri="{FF2B5EF4-FFF2-40B4-BE49-F238E27FC236}">
                <a16:creationId xmlns:a16="http://schemas.microsoft.com/office/drawing/2014/main" id="{E3521E74-B4AB-817B-B117-F0A27F020FA1}"/>
              </a:ext>
            </a:extLst>
          </p:cNvPr>
          <p:cNvSpPr/>
          <p:nvPr/>
        </p:nvSpPr>
        <p:spPr>
          <a:xfrm>
            <a:off x="5025417" y="5133798"/>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0</a:t>
            </a:r>
          </a:p>
        </p:txBody>
      </p:sp>
      <p:sp>
        <p:nvSpPr>
          <p:cNvPr id="16" name="Icon A" descr="A">
            <a:extLst>
              <a:ext uri="{FF2B5EF4-FFF2-40B4-BE49-F238E27FC236}">
                <a16:creationId xmlns:a16="http://schemas.microsoft.com/office/drawing/2014/main" id="{1EFFE1B7-E683-3592-6C9E-44362AC5128A}"/>
              </a:ext>
            </a:extLst>
          </p:cNvPr>
          <p:cNvSpPr/>
          <p:nvPr/>
        </p:nvSpPr>
        <p:spPr>
          <a:xfrm>
            <a:off x="749186"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A</a:t>
            </a:r>
          </a:p>
        </p:txBody>
      </p:sp>
      <p:sp>
        <p:nvSpPr>
          <p:cNvPr id="17" name="Icon B" descr="B">
            <a:extLst>
              <a:ext uri="{FF2B5EF4-FFF2-40B4-BE49-F238E27FC236}">
                <a16:creationId xmlns:a16="http://schemas.microsoft.com/office/drawing/2014/main" id="{292EFAF0-2096-A54E-2B7F-37058B4F57E5}"/>
              </a:ext>
            </a:extLst>
          </p:cNvPr>
          <p:cNvSpPr/>
          <p:nvPr/>
        </p:nvSpPr>
        <p:spPr>
          <a:xfrm>
            <a:off x="1224323"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B</a:t>
            </a:r>
          </a:p>
        </p:txBody>
      </p:sp>
      <p:sp>
        <p:nvSpPr>
          <p:cNvPr id="18" name="Icon C" descr="C">
            <a:extLst>
              <a:ext uri="{FF2B5EF4-FFF2-40B4-BE49-F238E27FC236}">
                <a16:creationId xmlns:a16="http://schemas.microsoft.com/office/drawing/2014/main" id="{ABFCB973-1B2F-22CB-AA4A-D1E05183322C}"/>
              </a:ext>
            </a:extLst>
          </p:cNvPr>
          <p:cNvSpPr/>
          <p:nvPr/>
        </p:nvSpPr>
        <p:spPr>
          <a:xfrm>
            <a:off x="1699460"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C</a:t>
            </a:r>
          </a:p>
        </p:txBody>
      </p:sp>
      <p:sp>
        <p:nvSpPr>
          <p:cNvPr id="19" name="Icon D" descr="D">
            <a:extLst>
              <a:ext uri="{FF2B5EF4-FFF2-40B4-BE49-F238E27FC236}">
                <a16:creationId xmlns:a16="http://schemas.microsoft.com/office/drawing/2014/main" id="{8CC62F19-6A7A-BC76-A47F-E3D574FC62A8}"/>
              </a:ext>
            </a:extLst>
          </p:cNvPr>
          <p:cNvSpPr/>
          <p:nvPr/>
        </p:nvSpPr>
        <p:spPr>
          <a:xfrm>
            <a:off x="2174597"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D</a:t>
            </a:r>
          </a:p>
        </p:txBody>
      </p:sp>
      <p:sp>
        <p:nvSpPr>
          <p:cNvPr id="20" name="Icon E" descr="E">
            <a:extLst>
              <a:ext uri="{FF2B5EF4-FFF2-40B4-BE49-F238E27FC236}">
                <a16:creationId xmlns:a16="http://schemas.microsoft.com/office/drawing/2014/main" id="{2D540FBC-1610-BEA4-ACA4-7A5D05FE0D3A}"/>
              </a:ext>
            </a:extLst>
          </p:cNvPr>
          <p:cNvSpPr/>
          <p:nvPr/>
        </p:nvSpPr>
        <p:spPr>
          <a:xfrm>
            <a:off x="2649734"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E</a:t>
            </a:r>
          </a:p>
        </p:txBody>
      </p:sp>
      <p:sp>
        <p:nvSpPr>
          <p:cNvPr id="21" name="Icon F" descr="F">
            <a:extLst>
              <a:ext uri="{FF2B5EF4-FFF2-40B4-BE49-F238E27FC236}">
                <a16:creationId xmlns:a16="http://schemas.microsoft.com/office/drawing/2014/main" id="{431A3DEE-1243-A38C-25C8-828F526AE845}"/>
              </a:ext>
            </a:extLst>
          </p:cNvPr>
          <p:cNvSpPr/>
          <p:nvPr/>
        </p:nvSpPr>
        <p:spPr>
          <a:xfrm>
            <a:off x="3124871"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F</a:t>
            </a:r>
          </a:p>
        </p:txBody>
      </p:sp>
      <p:sp>
        <p:nvSpPr>
          <p:cNvPr id="22" name="Icon G" descr="G">
            <a:extLst>
              <a:ext uri="{FF2B5EF4-FFF2-40B4-BE49-F238E27FC236}">
                <a16:creationId xmlns:a16="http://schemas.microsoft.com/office/drawing/2014/main" id="{32929D11-74F7-C0A8-D9A9-FE3421CD2DC4}"/>
              </a:ext>
            </a:extLst>
          </p:cNvPr>
          <p:cNvSpPr/>
          <p:nvPr/>
        </p:nvSpPr>
        <p:spPr>
          <a:xfrm>
            <a:off x="3600008"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G</a:t>
            </a:r>
          </a:p>
        </p:txBody>
      </p:sp>
      <p:sp>
        <p:nvSpPr>
          <p:cNvPr id="23" name="Icon H" descr="h">
            <a:extLst>
              <a:ext uri="{FF2B5EF4-FFF2-40B4-BE49-F238E27FC236}">
                <a16:creationId xmlns:a16="http://schemas.microsoft.com/office/drawing/2014/main" id="{5E4D310F-8FDE-C2EC-13C4-6A53F7826F76}"/>
              </a:ext>
            </a:extLst>
          </p:cNvPr>
          <p:cNvSpPr/>
          <p:nvPr/>
        </p:nvSpPr>
        <p:spPr>
          <a:xfrm>
            <a:off x="4075145"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H</a:t>
            </a:r>
          </a:p>
        </p:txBody>
      </p:sp>
      <p:sp>
        <p:nvSpPr>
          <p:cNvPr id="24" name="Icon I" descr="I">
            <a:extLst>
              <a:ext uri="{FF2B5EF4-FFF2-40B4-BE49-F238E27FC236}">
                <a16:creationId xmlns:a16="http://schemas.microsoft.com/office/drawing/2014/main" id="{965DB6F0-01AF-3909-3C59-54144553E9E5}"/>
              </a:ext>
            </a:extLst>
          </p:cNvPr>
          <p:cNvSpPr/>
          <p:nvPr/>
        </p:nvSpPr>
        <p:spPr>
          <a:xfrm>
            <a:off x="4550282"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I</a:t>
            </a:r>
          </a:p>
        </p:txBody>
      </p:sp>
      <p:sp>
        <p:nvSpPr>
          <p:cNvPr id="25" name="Icon J" descr="J">
            <a:extLst>
              <a:ext uri="{FF2B5EF4-FFF2-40B4-BE49-F238E27FC236}">
                <a16:creationId xmlns:a16="http://schemas.microsoft.com/office/drawing/2014/main" id="{DB17673A-43BC-E817-98F6-2BF3CB2C9E08}"/>
              </a:ext>
            </a:extLst>
          </p:cNvPr>
          <p:cNvSpPr/>
          <p:nvPr/>
        </p:nvSpPr>
        <p:spPr>
          <a:xfrm>
            <a:off x="5025417" y="5659786"/>
            <a:ext cx="223578" cy="223578"/>
          </a:xfrm>
          <a:prstGeom prst="ellipse">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bg1"/>
                </a:solidFill>
                <a:latin typeface="Arial" charset="0"/>
                <a:ea typeface="Arial" charset="0"/>
                <a:cs typeface="Arial" charset="0"/>
              </a:rPr>
              <a:t>J</a:t>
            </a:r>
          </a:p>
        </p:txBody>
      </p:sp>
      <p:grpSp>
        <p:nvGrpSpPr>
          <p:cNvPr id="36" name="Callout - Boxed">
            <a:extLst>
              <a:ext uri="{FF2B5EF4-FFF2-40B4-BE49-F238E27FC236}">
                <a16:creationId xmlns:a16="http://schemas.microsoft.com/office/drawing/2014/main" id="{C81A6E10-6DDF-A39F-3DE2-124CA78870CC}"/>
              </a:ext>
              <a:ext uri="{C183D7F6-B498-43B3-948B-1728B52AA6E4}">
                <adec:decorative xmlns:adec="http://schemas.microsoft.com/office/drawing/2017/decorative" val="1"/>
              </a:ext>
            </a:extLst>
          </p:cNvPr>
          <p:cNvGrpSpPr/>
          <p:nvPr/>
        </p:nvGrpSpPr>
        <p:grpSpPr>
          <a:xfrm>
            <a:off x="8719367" y="3803460"/>
            <a:ext cx="2054616" cy="1124233"/>
            <a:chOff x="8719367" y="3803460"/>
            <a:chExt cx="2054616" cy="1124233"/>
          </a:xfrm>
        </p:grpSpPr>
        <p:sp>
          <p:nvSpPr>
            <p:cNvPr id="39" name="Box">
              <a:extLst>
                <a:ext uri="{FF2B5EF4-FFF2-40B4-BE49-F238E27FC236}">
                  <a16:creationId xmlns:a16="http://schemas.microsoft.com/office/drawing/2014/main" id="{170A7980-96CA-A1F4-9050-912B70DC4491}"/>
                </a:ext>
                <a:ext uri="{C183D7F6-B498-43B3-948B-1728B52AA6E4}">
                  <adec:decorative xmlns:adec="http://schemas.microsoft.com/office/drawing/2017/decorative" val="1"/>
                </a:ext>
              </a:extLst>
            </p:cNvPr>
            <p:cNvSpPr/>
            <p:nvPr/>
          </p:nvSpPr>
          <p:spPr>
            <a:xfrm>
              <a:off x="8719367" y="3803460"/>
              <a:ext cx="2054616" cy="1124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charset="0"/>
              </a:endParaRPr>
            </a:p>
          </p:txBody>
        </p:sp>
        <p:sp>
          <p:nvSpPr>
            <p:cNvPr id="38" name="Callout Text">
              <a:extLst>
                <a:ext uri="{FF2B5EF4-FFF2-40B4-BE49-F238E27FC236}">
                  <a16:creationId xmlns:a16="http://schemas.microsoft.com/office/drawing/2014/main" id="{4EB19371-3333-C60D-4B2D-205CC4DE4FDD}"/>
                </a:ext>
              </a:extLst>
            </p:cNvPr>
            <p:cNvSpPr txBox="1"/>
            <p:nvPr/>
          </p:nvSpPr>
          <p:spPr>
            <a:xfrm>
              <a:off x="8865141" y="4019883"/>
              <a:ext cx="1809344" cy="692497"/>
            </a:xfrm>
            <a:prstGeom prst="rect">
              <a:avLst/>
            </a:prstGeom>
            <a:noFill/>
          </p:spPr>
          <p:txBody>
            <a:bodyPr wrap="square" rtlCol="0">
              <a:spAutoFit/>
            </a:bodyPr>
            <a:lstStyle/>
            <a:p>
              <a:r>
                <a:rPr lang="en-US" sz="1300" dirty="0">
                  <a:solidFill>
                    <a:schemeClr val="bg1"/>
                  </a:solidFill>
                  <a:latin typeface="Arial" charset="0"/>
                  <a:ea typeface="Arial" charset="0"/>
                  <a:cs typeface="Arial" charset="0"/>
                </a:rPr>
                <a:t>Callout box lor neque dignis simnt et and in aliquet nisl et umis.</a:t>
              </a:r>
            </a:p>
          </p:txBody>
        </p:sp>
      </p:grpSp>
      <p:grpSp>
        <p:nvGrpSpPr>
          <p:cNvPr id="26" name="Callout">
            <a:extLst>
              <a:ext uri="{FF2B5EF4-FFF2-40B4-BE49-F238E27FC236}">
                <a16:creationId xmlns:a16="http://schemas.microsoft.com/office/drawing/2014/main" id="{271B93DA-D9F9-34D3-738F-FA65E1A88761}"/>
              </a:ext>
              <a:ext uri="{C183D7F6-B498-43B3-948B-1728B52AA6E4}">
                <adec:decorative xmlns:adec="http://schemas.microsoft.com/office/drawing/2017/decorative" val="1"/>
              </a:ext>
            </a:extLst>
          </p:cNvPr>
          <p:cNvGrpSpPr/>
          <p:nvPr/>
        </p:nvGrpSpPr>
        <p:grpSpPr>
          <a:xfrm>
            <a:off x="8770167" y="5502073"/>
            <a:ext cx="1782161" cy="814385"/>
            <a:chOff x="8770167" y="5502073"/>
            <a:chExt cx="1782161" cy="814385"/>
          </a:xfrm>
        </p:grpSpPr>
        <p:sp>
          <p:nvSpPr>
            <p:cNvPr id="27" name="Bracket Left">
              <a:extLst>
                <a:ext uri="{FF2B5EF4-FFF2-40B4-BE49-F238E27FC236}">
                  <a16:creationId xmlns:a16="http://schemas.microsoft.com/office/drawing/2014/main" id="{6FC2D857-EFB0-8859-5D62-412212D117E8}"/>
                </a:ext>
                <a:ext uri="{C183D7F6-B498-43B3-948B-1728B52AA6E4}">
                  <adec:decorative xmlns:adec="http://schemas.microsoft.com/office/drawing/2017/decorative" val="1"/>
                </a:ext>
              </a:extLst>
            </p:cNvPr>
            <p:cNvSpPr/>
            <p:nvPr/>
          </p:nvSpPr>
          <p:spPr>
            <a:xfrm>
              <a:off x="8770167" y="5502073"/>
              <a:ext cx="172724" cy="797066"/>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charset="0"/>
              </a:endParaRPr>
            </a:p>
          </p:txBody>
        </p:sp>
        <p:sp>
          <p:nvSpPr>
            <p:cNvPr id="28" name="Bracket Right">
              <a:extLst>
                <a:ext uri="{FF2B5EF4-FFF2-40B4-BE49-F238E27FC236}">
                  <a16:creationId xmlns:a16="http://schemas.microsoft.com/office/drawing/2014/main" id="{BF38C021-AE43-17BD-A31E-55467D4E4C79}"/>
                </a:ext>
                <a:ext uri="{C183D7F6-B498-43B3-948B-1728B52AA6E4}">
                  <adec:decorative xmlns:adec="http://schemas.microsoft.com/office/drawing/2017/decorative" val="1"/>
                </a:ext>
              </a:extLst>
            </p:cNvPr>
            <p:cNvSpPr/>
            <p:nvPr/>
          </p:nvSpPr>
          <p:spPr>
            <a:xfrm rot="10800000">
              <a:off x="10379604" y="5519392"/>
              <a:ext cx="172724" cy="797066"/>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charset="0"/>
              </a:endParaRPr>
            </a:p>
          </p:txBody>
        </p:sp>
        <p:sp>
          <p:nvSpPr>
            <p:cNvPr id="29" name="Callout">
              <a:extLst>
                <a:ext uri="{FF2B5EF4-FFF2-40B4-BE49-F238E27FC236}">
                  <a16:creationId xmlns:a16="http://schemas.microsoft.com/office/drawing/2014/main" id="{FE95A61B-A17E-0131-487C-A684D2F60DD4}"/>
                </a:ext>
              </a:extLst>
            </p:cNvPr>
            <p:cNvSpPr txBox="1"/>
            <p:nvPr/>
          </p:nvSpPr>
          <p:spPr>
            <a:xfrm>
              <a:off x="8770167" y="5551944"/>
              <a:ext cx="1782161" cy="692497"/>
            </a:xfrm>
            <a:prstGeom prst="rect">
              <a:avLst/>
            </a:prstGeom>
            <a:noFill/>
            <a:ln>
              <a:noFill/>
            </a:ln>
          </p:spPr>
          <p:txBody>
            <a:bodyPr wrap="square" rtlCol="0">
              <a:spAutoFit/>
            </a:bodyPr>
            <a:lstStyle/>
            <a:p>
              <a:pPr algn="ctr"/>
              <a:r>
                <a:rPr lang="en-US" sz="1300" b="1" dirty="0">
                  <a:solidFill>
                    <a:schemeClr val="tx2"/>
                  </a:solidFill>
                  <a:latin typeface="Arial" charset="0"/>
                  <a:ea typeface="Arial" charset="0"/>
                  <a:cs typeface="Arial" charset="0"/>
                </a:rPr>
                <a:t>Note: </a:t>
              </a:r>
              <a:r>
                <a:rPr lang="en-US" sz="1300" dirty="0">
                  <a:solidFill>
                    <a:schemeClr val="tx2"/>
                  </a:solidFill>
                  <a:latin typeface="Arial" charset="0"/>
                  <a:ea typeface="Arial" charset="0"/>
                  <a:cs typeface="Arial" charset="0"/>
                </a:rPr>
                <a:t>neque in dignissim, and quet nis et umis varius.</a:t>
              </a:r>
            </a:p>
          </p:txBody>
        </p:sp>
      </p:grpSp>
      <p:cxnSp>
        <p:nvCxnSpPr>
          <p:cNvPr id="30" name="Straight Arrow - Solid">
            <a:extLst>
              <a:ext uri="{FF2B5EF4-FFF2-40B4-BE49-F238E27FC236}">
                <a16:creationId xmlns:a16="http://schemas.microsoft.com/office/drawing/2014/main" id="{E58E80D3-7C99-6F8B-B913-A957B942EAFC}"/>
              </a:ext>
              <a:ext uri="{C183D7F6-B498-43B3-948B-1728B52AA6E4}">
                <adec:decorative xmlns:adec="http://schemas.microsoft.com/office/drawing/2017/decorative" val="1"/>
              </a:ext>
            </a:extLst>
          </p:cNvPr>
          <p:cNvCxnSpPr/>
          <p:nvPr/>
        </p:nvCxnSpPr>
        <p:spPr>
          <a:xfrm flipV="1">
            <a:off x="5908491" y="6199913"/>
            <a:ext cx="2192755" cy="816"/>
          </a:xfrm>
          <a:prstGeom prst="straightConnector1">
            <a:avLst/>
          </a:prstGeom>
          <a:ln w="20320">
            <a:solidFill>
              <a:schemeClr val="tx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Straight Arrow - Solid">
            <a:extLst>
              <a:ext uri="{FF2B5EF4-FFF2-40B4-BE49-F238E27FC236}">
                <a16:creationId xmlns:a16="http://schemas.microsoft.com/office/drawing/2014/main" id="{EC702746-6EDD-1688-FEBC-E345C7F93935}"/>
              </a:ext>
              <a:ext uri="{C183D7F6-B498-43B3-948B-1728B52AA6E4}">
                <adec:decorative xmlns:adec="http://schemas.microsoft.com/office/drawing/2017/decorative" val="1"/>
              </a:ext>
            </a:extLst>
          </p:cNvPr>
          <p:cNvCxnSpPr/>
          <p:nvPr/>
        </p:nvCxnSpPr>
        <p:spPr>
          <a:xfrm>
            <a:off x="5864041" y="5859812"/>
            <a:ext cx="2240280" cy="11139"/>
          </a:xfrm>
          <a:prstGeom prst="straightConnector1">
            <a:avLst/>
          </a:prstGeom>
          <a:ln w="20320">
            <a:solidFill>
              <a:schemeClr val="tx2"/>
            </a:solidFill>
            <a:headEnd type="arrow"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Straight Arrow - Solid">
            <a:extLst>
              <a:ext uri="{FF2B5EF4-FFF2-40B4-BE49-F238E27FC236}">
                <a16:creationId xmlns:a16="http://schemas.microsoft.com/office/drawing/2014/main" id="{5F162242-5D33-BB6D-A3D4-429C138CEA9F}"/>
              </a:ext>
              <a:ext uri="{C183D7F6-B498-43B3-948B-1728B52AA6E4}">
                <adec:decorative xmlns:adec="http://schemas.microsoft.com/office/drawing/2017/decorative" val="1"/>
              </a:ext>
            </a:extLst>
          </p:cNvPr>
          <p:cNvCxnSpPr/>
          <p:nvPr/>
        </p:nvCxnSpPr>
        <p:spPr>
          <a:xfrm>
            <a:off x="5864041" y="5530034"/>
            <a:ext cx="2265680" cy="816"/>
          </a:xfrm>
          <a:prstGeom prst="straightConnector1">
            <a:avLst/>
          </a:prstGeom>
          <a:ln w="20320">
            <a:solidFill>
              <a:schemeClr val="tx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Straight Arrow - Dashed">
            <a:extLst>
              <a:ext uri="{FF2B5EF4-FFF2-40B4-BE49-F238E27FC236}">
                <a16:creationId xmlns:a16="http://schemas.microsoft.com/office/drawing/2014/main" id="{1EC2E0C6-8BE9-D7C6-CF0B-96899F6C5F42}"/>
              </a:ext>
              <a:ext uri="{C183D7F6-B498-43B3-948B-1728B52AA6E4}">
                <adec:decorative xmlns:adec="http://schemas.microsoft.com/office/drawing/2017/decorative" val="1"/>
              </a:ext>
            </a:extLst>
          </p:cNvPr>
          <p:cNvCxnSpPr/>
          <p:nvPr/>
        </p:nvCxnSpPr>
        <p:spPr>
          <a:xfrm flipV="1">
            <a:off x="5946675" y="4876409"/>
            <a:ext cx="2183046" cy="1802"/>
          </a:xfrm>
          <a:prstGeom prst="straightConnector1">
            <a:avLst/>
          </a:prstGeom>
          <a:ln w="20320">
            <a:solidFill>
              <a:schemeClr val="tx2"/>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4" name="Straight Arrow - Dashed">
            <a:extLst>
              <a:ext uri="{FF2B5EF4-FFF2-40B4-BE49-F238E27FC236}">
                <a16:creationId xmlns:a16="http://schemas.microsoft.com/office/drawing/2014/main" id="{5CEE5DC9-40CC-1FBC-8CC3-1BC9D8CDED44}"/>
              </a:ext>
              <a:ext uri="{C183D7F6-B498-43B3-948B-1728B52AA6E4}">
                <adec:decorative xmlns:adec="http://schemas.microsoft.com/office/drawing/2017/decorative" val="1"/>
              </a:ext>
            </a:extLst>
          </p:cNvPr>
          <p:cNvCxnSpPr/>
          <p:nvPr/>
        </p:nvCxnSpPr>
        <p:spPr>
          <a:xfrm>
            <a:off x="5892516" y="4546869"/>
            <a:ext cx="2237205" cy="0"/>
          </a:xfrm>
          <a:prstGeom prst="straightConnector1">
            <a:avLst/>
          </a:prstGeom>
          <a:ln w="20320">
            <a:solidFill>
              <a:schemeClr val="tx2"/>
            </a:solidFill>
            <a:prstDash val="dash"/>
            <a:headEnd type="arrow"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Straight Arrow - Dashed">
            <a:extLst>
              <a:ext uri="{FF2B5EF4-FFF2-40B4-BE49-F238E27FC236}">
                <a16:creationId xmlns:a16="http://schemas.microsoft.com/office/drawing/2014/main" id="{7545D3B2-0C3C-E800-EDA0-4D7A0E13C9E1}"/>
              </a:ext>
              <a:ext uri="{C183D7F6-B498-43B3-948B-1728B52AA6E4}">
                <adec:decorative xmlns:adec="http://schemas.microsoft.com/office/drawing/2017/decorative" val="1"/>
              </a:ext>
            </a:extLst>
          </p:cNvPr>
          <p:cNvCxnSpPr/>
          <p:nvPr/>
        </p:nvCxnSpPr>
        <p:spPr>
          <a:xfrm>
            <a:off x="5917916" y="4215583"/>
            <a:ext cx="2240280" cy="0"/>
          </a:xfrm>
          <a:prstGeom prst="straightConnector1">
            <a:avLst/>
          </a:prstGeom>
          <a:ln w="20320">
            <a:solidFill>
              <a:schemeClr val="tx2"/>
            </a:solidFill>
            <a:prstDash val="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4" name="Slide Number Placeholder 43">
            <a:extLst>
              <a:ext uri="{FF2B5EF4-FFF2-40B4-BE49-F238E27FC236}">
                <a16:creationId xmlns:a16="http://schemas.microsoft.com/office/drawing/2014/main" id="{9A6FC13C-E864-CAC2-1B9A-4E12FB0832CB}"/>
              </a:ext>
              <a:ext uri="{C183D7F6-B498-43B3-948B-1728B52AA6E4}">
                <adec:decorative xmlns:adec="http://schemas.microsoft.com/office/drawing/2017/decorative" val="0"/>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14</a:t>
            </a:fld>
            <a:endParaRPr lang="en-US"/>
          </a:p>
        </p:txBody>
      </p:sp>
    </p:spTree>
    <p:extLst>
      <p:ext uri="{BB962C8B-B14F-4D97-AF65-F5344CB8AC3E}">
        <p14:creationId xmlns:p14="http://schemas.microsoft.com/office/powerpoint/2010/main" val="1602688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57B7-853A-D61E-4944-575256840301}"/>
              </a:ext>
            </a:extLst>
          </p:cNvPr>
          <p:cNvSpPr>
            <a:spLocks noGrp="1"/>
          </p:cNvSpPr>
          <p:nvPr>
            <p:ph type="title"/>
          </p:nvPr>
        </p:nvSpPr>
        <p:spPr>
          <a:xfrm>
            <a:off x="394208" y="1433506"/>
            <a:ext cx="10515600" cy="868680"/>
          </a:xfrm>
        </p:spPr>
        <p:txBody>
          <a:bodyPr/>
          <a:lstStyle/>
          <a:p>
            <a:r>
              <a:rPr lang="en-US" dirty="0"/>
              <a:t>Accessibility Tips</a:t>
            </a:r>
          </a:p>
        </p:txBody>
      </p:sp>
      <p:sp>
        <p:nvSpPr>
          <p:cNvPr id="3" name="Content Placeholder 2">
            <a:extLst>
              <a:ext uri="{FF2B5EF4-FFF2-40B4-BE49-F238E27FC236}">
                <a16:creationId xmlns:a16="http://schemas.microsoft.com/office/drawing/2014/main" id="{4FD30585-2EE0-820A-7C57-B9C19AEA5DB0}"/>
              </a:ext>
            </a:extLst>
          </p:cNvPr>
          <p:cNvSpPr>
            <a:spLocks noGrp="1"/>
          </p:cNvSpPr>
          <p:nvPr>
            <p:ph idx="1"/>
          </p:nvPr>
        </p:nvSpPr>
        <p:spPr>
          <a:xfrm>
            <a:off x="394208" y="2451872"/>
            <a:ext cx="10515600" cy="4048171"/>
          </a:xfrm>
        </p:spPr>
        <p:txBody>
          <a:bodyPr/>
          <a:lstStyle/>
          <a:p>
            <a:r>
              <a:rPr lang="en-US" b="1" dirty="0"/>
              <a:t>Alternative Text for Image</a:t>
            </a:r>
            <a:r>
              <a:rPr lang="en-US" dirty="0"/>
              <a:t>s. Include alternative text for all visual content. Visual content includes pictures, SmartArt graphics, shapes, groups, charts, embedded objects, ink and videos. Alt text ensures that users with visual impairments will have access to information conveyed by these visuals.</a:t>
            </a:r>
          </a:p>
          <a:p>
            <a:r>
              <a:rPr lang="en-US" b="1" dirty="0"/>
              <a:t>Slide Titles. </a:t>
            </a:r>
            <a:r>
              <a:rPr lang="en-US" dirty="0"/>
              <a:t>Give every slide a unique title. This will help people who use screen reading technology navigate your presentation.</a:t>
            </a:r>
          </a:p>
          <a:p>
            <a:r>
              <a:rPr lang="en-US" b="1" dirty="0"/>
              <a:t>Video and Audio Files. </a:t>
            </a:r>
            <a:r>
              <a:rPr lang="en-US" dirty="0"/>
              <a:t>Make all videos accessible to both visually impaired and hearing-impaired users. Video files should be captioned. Audio files should include a transcript.</a:t>
            </a:r>
          </a:p>
          <a:p>
            <a:endParaRPr lang="en-US" dirty="0"/>
          </a:p>
        </p:txBody>
      </p:sp>
      <p:sp>
        <p:nvSpPr>
          <p:cNvPr id="4" name="Slide Number Placeholder 3">
            <a:extLst>
              <a:ext uri="{FF2B5EF4-FFF2-40B4-BE49-F238E27FC236}">
                <a16:creationId xmlns:a16="http://schemas.microsoft.com/office/drawing/2014/main" id="{EA04E2B5-6BDD-8739-74B4-94BC77C8FDCF}"/>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15</a:t>
            </a:fld>
            <a:endParaRPr lang="en-US"/>
          </a:p>
        </p:txBody>
      </p:sp>
    </p:spTree>
    <p:extLst>
      <p:ext uri="{BB962C8B-B14F-4D97-AF65-F5344CB8AC3E}">
        <p14:creationId xmlns:p14="http://schemas.microsoft.com/office/powerpoint/2010/main" val="4036591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CF09D-DD0C-95F0-1236-14FAF5B47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C0C3C-6111-2FA2-FC67-34459D41D1DF}"/>
              </a:ext>
            </a:extLst>
          </p:cNvPr>
          <p:cNvSpPr>
            <a:spLocks noGrp="1"/>
          </p:cNvSpPr>
          <p:nvPr>
            <p:ph type="title"/>
          </p:nvPr>
        </p:nvSpPr>
        <p:spPr>
          <a:xfrm>
            <a:off x="394208" y="1433506"/>
            <a:ext cx="10515600" cy="868680"/>
          </a:xfrm>
        </p:spPr>
        <p:txBody>
          <a:bodyPr/>
          <a:lstStyle/>
          <a:p>
            <a:r>
              <a:rPr lang="en-US" dirty="0"/>
              <a:t>Accessibility Tips (continued)</a:t>
            </a:r>
          </a:p>
        </p:txBody>
      </p:sp>
      <p:sp>
        <p:nvSpPr>
          <p:cNvPr id="3" name="Content Placeholder 2">
            <a:extLst>
              <a:ext uri="{FF2B5EF4-FFF2-40B4-BE49-F238E27FC236}">
                <a16:creationId xmlns:a16="http://schemas.microsoft.com/office/drawing/2014/main" id="{8F2FF422-FA98-624D-D18F-19787647DCC9}"/>
              </a:ext>
            </a:extLst>
          </p:cNvPr>
          <p:cNvSpPr>
            <a:spLocks noGrp="1"/>
          </p:cNvSpPr>
          <p:nvPr>
            <p:ph idx="1"/>
          </p:nvPr>
        </p:nvSpPr>
        <p:spPr>
          <a:xfrm>
            <a:off x="393700" y="2451100"/>
            <a:ext cx="9947729" cy="4049713"/>
          </a:xfrm>
        </p:spPr>
        <p:txBody>
          <a:bodyPr/>
          <a:lstStyle/>
          <a:p>
            <a:r>
              <a:rPr lang="en-US" b="1" dirty="0"/>
              <a:t>Slide Reading Order. </a:t>
            </a:r>
            <a:r>
              <a:rPr lang="en-US" dirty="0"/>
              <a:t>Because screen readers read slides in a certain order, it is important to arrange your slide contents so that they’re read in the order you intend. If your slide includes multiple elements (e.g., text boxes, images, graphs, etc.), use the Arrange tool to order the elements in a sequence that will be intelligible to a screen reader. Please note that the bottom item listed in the Arrange panel is read first; the first item is read last.</a:t>
            </a:r>
          </a:p>
          <a:p>
            <a:r>
              <a:rPr lang="en-US" b="1" dirty="0"/>
              <a:t>Charts and Graphs. </a:t>
            </a:r>
            <a:r>
              <a:rPr lang="en-US" dirty="0"/>
              <a:t>If you are using charts or graphs, make sure the formatting is accessible. Always include extended descriptions for graphs, tables and charts. When including tables, use a simple table structure and specify the column header information. Do not rely on color alone to convey information. </a:t>
            </a:r>
          </a:p>
          <a:p>
            <a:endParaRPr lang="en-US" dirty="0"/>
          </a:p>
          <a:p>
            <a:endParaRPr lang="en-US" dirty="0"/>
          </a:p>
        </p:txBody>
      </p:sp>
      <p:sp>
        <p:nvSpPr>
          <p:cNvPr id="4" name="Slide Number Placeholder 3">
            <a:extLst>
              <a:ext uri="{FF2B5EF4-FFF2-40B4-BE49-F238E27FC236}">
                <a16:creationId xmlns:a16="http://schemas.microsoft.com/office/drawing/2014/main" id="{6FA0231B-1561-D5E5-2BF3-A7668090E0E7}"/>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16</a:t>
            </a:fld>
            <a:endParaRPr lang="en-US"/>
          </a:p>
        </p:txBody>
      </p:sp>
    </p:spTree>
    <p:extLst>
      <p:ext uri="{BB962C8B-B14F-4D97-AF65-F5344CB8AC3E}">
        <p14:creationId xmlns:p14="http://schemas.microsoft.com/office/powerpoint/2010/main" val="128544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4E12-3563-2E03-6DFB-3E3067CC8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5DE1F-D985-CEAF-E48A-C9DE0AC323E1}"/>
              </a:ext>
            </a:extLst>
          </p:cNvPr>
          <p:cNvSpPr>
            <a:spLocks noGrp="1"/>
          </p:cNvSpPr>
          <p:nvPr>
            <p:ph type="title"/>
          </p:nvPr>
        </p:nvSpPr>
        <p:spPr>
          <a:xfrm>
            <a:off x="394208" y="1433506"/>
            <a:ext cx="10515600" cy="868680"/>
          </a:xfrm>
        </p:spPr>
        <p:txBody>
          <a:bodyPr/>
          <a:lstStyle/>
          <a:p>
            <a:r>
              <a:rPr lang="en-US" dirty="0"/>
              <a:t>Accessibility Tips (continued again) </a:t>
            </a:r>
          </a:p>
        </p:txBody>
      </p:sp>
      <p:sp>
        <p:nvSpPr>
          <p:cNvPr id="3" name="Content Placeholder 2">
            <a:extLst>
              <a:ext uri="{FF2B5EF4-FFF2-40B4-BE49-F238E27FC236}">
                <a16:creationId xmlns:a16="http://schemas.microsoft.com/office/drawing/2014/main" id="{8519D444-8FC2-635D-66FE-9018AC2ED7B2}"/>
              </a:ext>
            </a:extLst>
          </p:cNvPr>
          <p:cNvSpPr>
            <a:spLocks noGrp="1"/>
          </p:cNvSpPr>
          <p:nvPr>
            <p:ph idx="1"/>
          </p:nvPr>
        </p:nvSpPr>
        <p:spPr>
          <a:xfrm>
            <a:off x="393700" y="2451100"/>
            <a:ext cx="10056586" cy="4049713"/>
          </a:xfrm>
        </p:spPr>
        <p:txBody>
          <a:bodyPr/>
          <a:lstStyle/>
          <a:p>
            <a:r>
              <a:rPr lang="en-US" b="1" dirty="0"/>
              <a:t>Color Contrast. </a:t>
            </a:r>
            <a:r>
              <a:rPr lang="en-US" dirty="0"/>
              <a:t>Make sure there is enough contrast between text and background colors so everyone can read your slides easily. Low contrast (such as light gray text on a white background) can make content difficult to read for many viewers.</a:t>
            </a:r>
            <a:endParaRPr lang="en-US" b="1" dirty="0"/>
          </a:p>
          <a:p>
            <a:r>
              <a:rPr lang="en-US" b="1" dirty="0"/>
              <a:t>Accessibility Checker. </a:t>
            </a:r>
            <a:r>
              <a:rPr lang="en-US" dirty="0"/>
              <a:t>Use the built-in PowerPoint accessibility checker to help verify that your presentation is accessible. PowerPoint’s accessibility checker can be used to find common errors such as missing ALT text, duplicate slide titles and other accessibility issues in a PowerPoint document.</a:t>
            </a:r>
          </a:p>
          <a:p>
            <a:pPr marL="0" indent="0">
              <a:buNone/>
            </a:pPr>
            <a:r>
              <a:rPr lang="en-US" i="1" dirty="0"/>
              <a:t>For more information and tips on making your presentation accessible, please visit </a:t>
            </a:r>
            <a:r>
              <a:rPr lang="en-US" i="1" dirty="0">
                <a:hlinkClick r:id="rId2"/>
              </a:rPr>
              <a:t>Microsoft Office PowerPoint Accessibility webpage</a:t>
            </a:r>
            <a:r>
              <a:rPr lang="en-US" i="1" dirty="0"/>
              <a:t>.</a:t>
            </a:r>
          </a:p>
          <a:p>
            <a:endParaRPr lang="en-US" dirty="0"/>
          </a:p>
          <a:p>
            <a:endParaRPr lang="en-US" dirty="0"/>
          </a:p>
        </p:txBody>
      </p:sp>
      <p:sp>
        <p:nvSpPr>
          <p:cNvPr id="4" name="Slide Number Placeholder 3">
            <a:extLst>
              <a:ext uri="{FF2B5EF4-FFF2-40B4-BE49-F238E27FC236}">
                <a16:creationId xmlns:a16="http://schemas.microsoft.com/office/drawing/2014/main" id="{4BF4E1FC-9A05-ECC2-CC35-F2B83FB084E5}"/>
              </a:ext>
            </a:extLst>
          </p:cNvPr>
          <p:cNvSpPr>
            <a:spLocks noGrp="1"/>
          </p:cNvSpPr>
          <p:nvPr>
            <p:ph type="sldNum" sz="quarter" idx="12"/>
          </p:nvPr>
        </p:nvSpPr>
        <p:spPr>
          <a:xfrm>
            <a:off x="11107580" y="6206038"/>
            <a:ext cx="692856" cy="365125"/>
          </a:xfrm>
        </p:spPr>
        <p:txBody>
          <a:bodyPr/>
          <a:lstStyle/>
          <a:p>
            <a:fld id="{7B670C77-F8D5-0D45-BCC6-7287AA83D132}" type="slidenum">
              <a:rPr lang="en-US" smtClean="0"/>
              <a:pPr/>
              <a:t>17</a:t>
            </a:fld>
            <a:endParaRPr lang="en-US"/>
          </a:p>
        </p:txBody>
      </p:sp>
    </p:spTree>
    <p:extLst>
      <p:ext uri="{BB962C8B-B14F-4D97-AF65-F5344CB8AC3E}">
        <p14:creationId xmlns:p14="http://schemas.microsoft.com/office/powerpoint/2010/main" val="1567970453"/>
      </p:ext>
    </p:extLst>
  </p:cSld>
  <p:clrMapOvr>
    <a:masterClrMapping/>
  </p:clrMapOvr>
</p:sld>
</file>

<file path=ppt/theme/theme1.xml><?xml version="1.0" encoding="utf-8"?>
<a:theme xmlns:a="http://schemas.openxmlformats.org/drawingml/2006/main" name="UB Unit Presentation Template">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Master Brand Presentation Template</dc:title>
  <dc:subject/>
  <dc:creator>University at Buffalo</dc:creator>
  <cp:keywords/>
  <dc:description/>
  <cp:lastModifiedBy>Richard Klingensmith</cp:lastModifiedBy>
  <cp:revision>72</cp:revision>
  <dcterms:created xsi:type="dcterms:W3CDTF">2026-02-26T21:32:20Z</dcterms:created>
  <dcterms:modified xsi:type="dcterms:W3CDTF">2026-03-10T15:21:42Z</dcterms:modified>
  <cp:category/>
</cp:coreProperties>
</file>