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4"/>
  </p:notesMasterIdLst>
  <p:sldIdLst>
    <p:sldId id="344" r:id="rId2"/>
    <p:sldId id="345" r:id="rId3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8"/>
    <p:restoredTop sz="94639"/>
  </p:normalViewPr>
  <p:slideViewPr>
    <p:cSldViewPr snapToGrid="0">
      <p:cViewPr varScale="1">
        <p:scale>
          <a:sx n="92" d="100"/>
          <a:sy n="92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1191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0202" y="8437782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6087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2532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4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1013" y="1950720"/>
            <a:ext cx="5743787" cy="780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4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6688526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5236413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8"/>
            <a:ext cx="5364480" cy="57611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0172" y="3487107"/>
            <a:ext cx="5366957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6" y="3493025"/>
            <a:ext cx="11216640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11216640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3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7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27"/>
              </a:spcBef>
              <a:defRPr/>
            </a:lvl2pPr>
            <a:lvl3pPr>
              <a:spcBef>
                <a:spcPts val="427"/>
              </a:spcBef>
              <a:defRPr/>
            </a:lvl3pPr>
            <a:lvl4pPr>
              <a:spcBef>
                <a:spcPts val="427"/>
              </a:spcBef>
              <a:defRPr/>
            </a:lvl4pPr>
            <a:lvl5pPr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76094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76096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76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23726" y="2038765"/>
            <a:ext cx="6360586" cy="61446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3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426" y="1672046"/>
            <a:ext cx="6583680" cy="8081554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593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4182" y="1672046"/>
            <a:ext cx="6586693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14181" y="5712822"/>
            <a:ext cx="3296717" cy="4044493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04158" y="5712824"/>
            <a:ext cx="3296717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04674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139913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3004800" cy="97536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84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89" y="2139913"/>
            <a:ext cx="11216640" cy="12354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489" y="3588256"/>
            <a:ext cx="11216640" cy="575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8086" y="8826366"/>
            <a:ext cx="73904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579" y="329238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63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384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4384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3154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System Font Regular"/>
        <a:buChar char="−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23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693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94629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2" y="3022624"/>
            <a:ext cx="11977211" cy="2566189"/>
          </a:xfrm>
        </p:spPr>
        <p:txBody>
          <a:bodyPr/>
          <a:lstStyle/>
          <a:p>
            <a:r>
              <a:rPr dirty="0"/>
              <a:t>Lecture </a:t>
            </a:r>
            <a:r>
              <a:rPr lang="en-US" dirty="0"/>
              <a:t>3</a:t>
            </a:r>
            <a:r>
              <a:rPr dirty="0"/>
              <a:t> — </a:t>
            </a:r>
            <a:br>
              <a:rPr lang="en-US" dirty="0"/>
            </a:br>
            <a:r>
              <a:rPr lang="en-US" dirty="0"/>
              <a:t>the Battle of </a:t>
            </a:r>
            <a:r>
              <a:rPr lang="en-US" dirty="0" err="1"/>
              <a:t>blair</a:t>
            </a:r>
            <a:r>
              <a:rPr lang="en-US" dirty="0"/>
              <a:t> mountain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716602"/>
            <a:ext cx="9753600" cy="1589339"/>
          </a:xfrm>
          <a:prstGeom prst="rect">
            <a:avLst/>
          </a:prstGeom>
        </p:spPr>
        <p:txBody>
          <a:bodyPr/>
          <a:lstStyle/>
          <a:p>
            <a:r>
              <a:t>PHY199-RAP · Energy in the 21st Century</a:t>
            </a:r>
            <a:br/>
            <a:br/>
            <a:r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 sz="1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CD2F-F190-D295-F7CD-743975DA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3AB3-C6EA-6FE2-F908-824864DEF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756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theme/theme1.xml><?xml version="1.0" encoding="utf-8"?>
<a:theme xmlns:a="http://schemas.openxmlformats.org/drawingml/2006/main" name="UBOfficial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BOfficial" id="{18509813-927B-5742-8F3A-1F3B30009E7C}" vid="{38A77CD0-F947-CE49-A1D8-95B7FAC0523E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UBOfficial</Template>
  <TotalTime>7435</TotalTime>
  <Words>22</Words>
  <Application>Microsoft Macintosh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Georgia</vt:lpstr>
      <vt:lpstr>Helvetica Neue</vt:lpstr>
      <vt:lpstr>System Font Regular</vt:lpstr>
      <vt:lpstr>UBOfficial</vt:lpstr>
      <vt:lpstr>Lecture 3 —  the Battle of blair mountain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Salvatore Rappoccio</cp:lastModifiedBy>
  <cp:revision>38</cp:revision>
  <dcterms:modified xsi:type="dcterms:W3CDTF">2026-09-15T17:47:25Z</dcterms:modified>
</cp:coreProperties>
</file>