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4"/>
  </p:notesMasterIdLst>
  <p:sldIdLst>
    <p:sldId id="344" r:id="rId2"/>
    <p:sldId id="345" r:id="rId3"/>
  </p:sldIdLst>
  <p:sldSz cx="13004800" cy="9753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3C0FC">
              <a:alpha val="26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6D6"/>
              </a:solidFill>
              <a:prstDash val="solid"/>
              <a:miter lim="400000"/>
            </a:ln>
          </a:left>
          <a:right>
            <a:ln w="254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>
              <a:hueOff val="-136794"/>
              <a:satOff val="-2150"/>
              <a:lumOff val="15693"/>
            </a:scheme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254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6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6D6"/>
              </a:solidFill>
              <a:prstDash val="solid"/>
              <a:miter lim="400000"/>
            </a:ln>
          </a:top>
          <a:bottom>
            <a:ln w="254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8EA5CB">
              <a:alpha val="2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4CB9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4CB9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AAAAA"/>
              </a:solidFill>
              <a:prstDash val="solid"/>
              <a:miter lim="400000"/>
            </a:ln>
          </a:left>
          <a:right>
            <a:ln w="12700" cap="flat">
              <a:solidFill>
                <a:srgbClr val="AAAAAA"/>
              </a:solidFill>
              <a:prstDash val="solid"/>
              <a:miter lim="400000"/>
            </a:ln>
          </a:right>
          <a:top>
            <a:ln w="12700" cap="flat">
              <a:solidFill>
                <a:srgbClr val="AAAAAA"/>
              </a:solidFill>
              <a:prstDash val="solid"/>
              <a:miter lim="400000"/>
            </a:ln>
          </a:top>
          <a:bottom>
            <a:ln w="12700" cap="flat">
              <a:solidFill>
                <a:srgbClr val="AAAAAA"/>
              </a:solidFill>
              <a:prstDash val="solid"/>
              <a:miter lim="400000"/>
            </a:ln>
          </a:bottom>
          <a:insideH>
            <a:ln w="12700" cap="flat">
              <a:solidFill>
                <a:srgbClr val="AAAAAA"/>
              </a:solidFill>
              <a:prstDash val="solid"/>
              <a:miter lim="400000"/>
            </a:ln>
          </a:insideH>
          <a:insideV>
            <a:ln w="12700" cap="flat">
              <a:solidFill>
                <a:srgbClr val="AAAAA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3">
              <a:alpha val="35000"/>
            </a:scheme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254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solidFill>
            <a:srgbClr val="2D7132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3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0" cap="flat">
              <a:noFill/>
              <a:miter lim="400000"/>
            </a:ln>
          </a:bottom>
          <a:insideH>
            <a:ln w="254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97A7C">
              <a:alpha val="30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254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BF630E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B4407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B4407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09090"/>
              </a:solidFill>
              <a:prstDash val="solid"/>
              <a:miter lim="400000"/>
            </a:ln>
          </a:left>
          <a:right>
            <a:ln w="12700" cap="flat">
              <a:solidFill>
                <a:srgbClr val="909090"/>
              </a:solidFill>
              <a:prstDash val="solid"/>
              <a:miter lim="400000"/>
            </a:ln>
          </a:right>
          <a:top>
            <a:ln w="12700" cap="flat">
              <a:solidFill>
                <a:srgbClr val="909090"/>
              </a:solidFill>
              <a:prstDash val="solid"/>
              <a:miter lim="400000"/>
            </a:ln>
          </a:top>
          <a:bottom>
            <a:ln w="12700" cap="flat">
              <a:solidFill>
                <a:srgbClr val="909090"/>
              </a:solidFill>
              <a:prstDash val="solid"/>
              <a:miter lim="400000"/>
            </a:ln>
          </a:bottom>
          <a:insideH>
            <a:ln w="12700" cap="flat">
              <a:solidFill>
                <a:srgbClr val="909090"/>
              </a:solidFill>
              <a:prstDash val="solid"/>
              <a:miter lim="400000"/>
            </a:ln>
          </a:insideH>
          <a:insideV>
            <a:ln w="12700" cap="flat">
              <a:solidFill>
                <a:srgbClr val="90909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97A7C">
              <a:alpha val="30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254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1F2428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84B4C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84B4C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97A7C">
              <a:alpha val="30000"/>
            </a:srgbClr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4"/>
    <p:restoredTop sz="94530"/>
  </p:normalViewPr>
  <p:slideViewPr>
    <p:cSldViewPr snapToGrid="0">
      <p:cViewPr varScale="1">
        <p:scale>
          <a:sx n="107" d="100"/>
          <a:sy n="107" d="100"/>
        </p:scale>
        <p:origin x="11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" name="Shape 2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10FA-7ECD-D4D9-D377-60E0FE6A90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6463" y="2404565"/>
            <a:ext cx="9753600" cy="3421585"/>
          </a:xfrm>
        </p:spPr>
        <p:txBody>
          <a:bodyPr anchor="b"/>
          <a:lstStyle>
            <a:lvl1pPr algn="l">
              <a:lnSpc>
                <a:spcPts val="6400"/>
              </a:lnSpc>
              <a:defRPr sz="6400" b="1" i="0" cap="all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73CCE-562D-8451-99E0-194B6D8D3B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6463" y="5996536"/>
            <a:ext cx="9753600" cy="211911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987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en-US" dirty="0"/>
              <a:t>Sub-topic text goes 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392352-7DF4-5EB6-32FA-9FB7E764D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70202" y="8437782"/>
            <a:ext cx="5859012" cy="90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370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E03B264A-5859-DC5E-8BB3-FDCEFB5151C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6463" y="5996536"/>
            <a:ext cx="9753600" cy="260872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987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en-US" dirty="0"/>
              <a:t>Sub-topic text goes here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6121344-8E5D-8C90-90D5-425531E533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6463" y="2404565"/>
            <a:ext cx="9753600" cy="3421585"/>
          </a:xfrm>
        </p:spPr>
        <p:txBody>
          <a:bodyPr anchor="b"/>
          <a:lstStyle>
            <a:lvl1pPr algn="l">
              <a:lnSpc>
                <a:spcPts val="6400"/>
              </a:lnSpc>
              <a:defRPr sz="6400" b="1" i="0" cap="all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Divider Slide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225321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umn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11216640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93510E-E52A-43D2-D96B-9045F9A06C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0489" y="3487107"/>
            <a:ext cx="11216640" cy="5757399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27"/>
              </a:spcBef>
              <a:defRPr/>
            </a:lvl2pPr>
            <a:lvl3pPr>
              <a:lnSpc>
                <a:spcPct val="120000"/>
              </a:lnSpc>
              <a:spcBef>
                <a:spcPts val="427"/>
              </a:spcBef>
              <a:defRPr/>
            </a:lvl3pPr>
            <a:lvl4pPr>
              <a:lnSpc>
                <a:spcPct val="120000"/>
              </a:lnSpc>
              <a:spcBef>
                <a:spcPts val="427"/>
              </a:spcBef>
              <a:defRPr/>
            </a:lvl4pPr>
            <a:lvl5pPr>
              <a:lnSpc>
                <a:spcPct val="120000"/>
              </a:lnSpc>
              <a:spcBef>
                <a:spcPts val="427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946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umn Bulleted List (No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88994E2-EA49-29ED-92E0-393343750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61013" y="1950720"/>
            <a:ext cx="5743787" cy="7802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4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11216640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00E64E3-43AA-E108-65B7-E60FA7F2EC8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0489" y="3487107"/>
            <a:ext cx="11216640" cy="5757399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27"/>
              </a:spcBef>
              <a:defRPr/>
            </a:lvl2pPr>
            <a:lvl3pPr>
              <a:lnSpc>
                <a:spcPct val="120000"/>
              </a:lnSpc>
              <a:spcBef>
                <a:spcPts val="427"/>
              </a:spcBef>
              <a:defRPr/>
            </a:lvl3pPr>
            <a:lvl4pPr>
              <a:lnSpc>
                <a:spcPct val="120000"/>
              </a:lnSpc>
              <a:spcBef>
                <a:spcPts val="427"/>
              </a:spcBef>
              <a:defRPr/>
            </a:lvl4pPr>
            <a:lvl5pPr>
              <a:lnSpc>
                <a:spcPct val="120000"/>
              </a:lnSpc>
              <a:spcBef>
                <a:spcPts val="427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721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2111FF-5304-D6B1-8333-440DC4F512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11216640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A9F8A-F58D-4DBE-FAEF-CB216CFAB2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17669" y="3428726"/>
            <a:ext cx="6688526" cy="54209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133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 vitae dapibus elit ligula vel urna. Integer mollis elit vel justo bibendum vitae et efficitur arcu bibendum. consectetur adipiscing elit. Vivamus euismod, leo a condimentum pretium.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69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2111FF-5304-D6B1-8333-440DC4F512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11216640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A9F8A-F58D-4DBE-FAEF-CB216CFAB2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17669" y="3428726"/>
            <a:ext cx="4528800" cy="54209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133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 dirty="0"/>
              <a:t>Lorem ipsum dolor et unus sit amet consectetur et pretium a adipiscing elit. Vivamus euismod et leo a vitae condimentum mollis pretium nisl est convallis nisl urna vitae dapibus elit ligula vel urna. Integer mollis elit vel justo bibendum vitae.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29B7451-E98E-FC17-C95F-97570ABD4F77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5236413" y="3428726"/>
            <a:ext cx="4528800" cy="54209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133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 dirty="0"/>
              <a:t>Lorem ipsum dolor et unus sit amet consectetur et pretium a adipiscing elit. Vivamus euismod et leo a vitae condimentum mollis pretium nisl est convallis nisl urna vitae dapibus elit ligula vel urna. Integer mollis elit vel justo bibendum vitae.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786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Column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13FBDA0-6DAD-2BD7-8995-0DD004DCD4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11216640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D848CF-329C-12E6-A53F-3C3893FC544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0489" y="3487108"/>
            <a:ext cx="5364480" cy="5761125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27"/>
              </a:spcBef>
              <a:defRPr/>
            </a:lvl2pPr>
            <a:lvl3pPr>
              <a:lnSpc>
                <a:spcPct val="120000"/>
              </a:lnSpc>
              <a:spcBef>
                <a:spcPts val="427"/>
              </a:spcBef>
              <a:defRPr/>
            </a:lvl3pPr>
            <a:lvl4pPr>
              <a:lnSpc>
                <a:spcPct val="120000"/>
              </a:lnSpc>
              <a:spcBef>
                <a:spcPts val="427"/>
              </a:spcBef>
              <a:defRPr/>
            </a:lvl4pPr>
            <a:lvl5pPr>
              <a:lnSpc>
                <a:spcPct val="120000"/>
              </a:lnSpc>
              <a:spcBef>
                <a:spcPts val="427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E746082-11FB-1BAB-9564-CFA32F2BC5F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70172" y="3487107"/>
            <a:ext cx="5366957" cy="5757399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27"/>
              </a:spcBef>
              <a:defRPr/>
            </a:lvl2pPr>
            <a:lvl3pPr>
              <a:lnSpc>
                <a:spcPct val="120000"/>
              </a:lnSpc>
              <a:spcBef>
                <a:spcPts val="427"/>
              </a:spcBef>
              <a:defRPr/>
            </a:lvl3pPr>
            <a:lvl4pPr>
              <a:lnSpc>
                <a:spcPct val="120000"/>
              </a:lnSpc>
              <a:spcBef>
                <a:spcPts val="427"/>
              </a:spcBef>
              <a:defRPr/>
            </a:lvl4pPr>
            <a:lvl5pPr>
              <a:lnSpc>
                <a:spcPct val="120000"/>
              </a:lnSpc>
              <a:spcBef>
                <a:spcPts val="427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6837F-65A2-482E-691B-FA0A12696BC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344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umn Sub-title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11216640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FE57A07-9930-44A5-B8A4-E2B0497B97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0486" y="3493025"/>
            <a:ext cx="11216640" cy="736691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707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27"/>
              </a:spcBef>
              <a:buFont typeface="System Font Regular"/>
              <a:buChar char="−"/>
              <a:defRPr sz="192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2FF8DBE-F14C-4661-C6FB-66F0BEF559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0489" y="4402312"/>
            <a:ext cx="11216640" cy="4528758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27"/>
              </a:spcBef>
              <a:defRPr/>
            </a:lvl2pPr>
            <a:lvl3pPr>
              <a:lnSpc>
                <a:spcPct val="120000"/>
              </a:lnSpc>
              <a:spcBef>
                <a:spcPts val="427"/>
              </a:spcBef>
              <a:defRPr/>
            </a:lvl3pPr>
            <a:lvl4pPr>
              <a:lnSpc>
                <a:spcPct val="120000"/>
              </a:lnSpc>
              <a:spcBef>
                <a:spcPts val="427"/>
              </a:spcBef>
              <a:defRPr/>
            </a:lvl4pPr>
            <a:lvl5pPr>
              <a:lnSpc>
                <a:spcPct val="120000"/>
              </a:lnSpc>
              <a:spcBef>
                <a:spcPts val="427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6358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Column Sub-title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11216640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30A87E8-FC38-EF63-519A-A20B6C53B42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0487" y="3493025"/>
            <a:ext cx="5269111" cy="736691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707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27"/>
              </a:spcBef>
              <a:buFont typeface="System Font Regular"/>
              <a:buChar char="−"/>
              <a:defRPr sz="192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3372A22-8E95-EEF5-A75E-63F3C0F2C2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0489" y="4402312"/>
            <a:ext cx="5269111" cy="4528758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spcBef>
                <a:spcPts val="427"/>
              </a:spcBef>
              <a:defRPr/>
            </a:lvl2pPr>
            <a:lvl3pPr>
              <a:spcBef>
                <a:spcPts val="427"/>
              </a:spcBef>
              <a:defRPr/>
            </a:lvl3pPr>
            <a:lvl4pPr>
              <a:spcBef>
                <a:spcPts val="427"/>
              </a:spcBef>
              <a:defRPr/>
            </a:lvl4pPr>
            <a:lvl5pPr>
              <a:spcBef>
                <a:spcPts val="427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856CF4B-B17A-2337-0D52-61EC19AA7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376094" y="3493025"/>
            <a:ext cx="5269111" cy="736691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707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27"/>
              </a:spcBef>
              <a:buFont typeface="System Font Regular"/>
              <a:buChar char="−"/>
              <a:defRPr sz="192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3825F99-D766-A623-5D1B-AE0CC6933E0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376096" y="4402312"/>
            <a:ext cx="5269111" cy="4528758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27"/>
              </a:spcBef>
              <a:defRPr/>
            </a:lvl2pPr>
            <a:lvl3pPr>
              <a:lnSpc>
                <a:spcPct val="120000"/>
              </a:lnSpc>
              <a:spcBef>
                <a:spcPts val="427"/>
              </a:spcBef>
              <a:defRPr/>
            </a:lvl3pPr>
            <a:lvl4pPr>
              <a:lnSpc>
                <a:spcPct val="120000"/>
              </a:lnSpc>
              <a:spcBef>
                <a:spcPts val="427"/>
              </a:spcBef>
              <a:defRPr/>
            </a:lvl4pPr>
            <a:lvl5pPr>
              <a:lnSpc>
                <a:spcPct val="120000"/>
              </a:lnSpc>
              <a:spcBef>
                <a:spcPts val="427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8764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umn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5536174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17669" y="3428726"/>
            <a:ext cx="5538994" cy="54209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133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09B8DD2A-7177-2E52-DD5A-3EAE044C53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6223726" y="2038765"/>
            <a:ext cx="6360586" cy="614462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4D129EA-B4FE-13E2-9E6F-CFD7407BEA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48086" y="8826366"/>
            <a:ext cx="739046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264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793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 (No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871AB5E-101C-7C13-4D65-215EA69060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48086" y="8826366"/>
            <a:ext cx="739046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180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umn Text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5536174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17669" y="3428726"/>
            <a:ext cx="5538994" cy="54209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133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419426" y="1672046"/>
            <a:ext cx="6583680" cy="8081554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marR="0" indent="0" algn="ctr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9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pPr marL="0" marR="0" lvl="0" indent="0" algn="l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2359387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umn Text +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038764"/>
            <a:ext cx="5536174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17669" y="3428726"/>
            <a:ext cx="5538994" cy="54209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133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414182" y="1672046"/>
            <a:ext cx="6586693" cy="4040777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txBody>
          <a:bodyPr/>
          <a:lstStyle>
            <a:lvl1pPr marL="0" marR="0" indent="0" algn="ctr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9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pPr marL="0" marR="0" lvl="0" indent="0" algn="l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855A2D2-CB1F-E260-6EEA-7E2D6D512F1B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414181" y="5712822"/>
            <a:ext cx="3296717" cy="4044493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bg1"/>
            </a:solidFill>
          </a:ln>
        </p:spPr>
        <p:txBody>
          <a:bodyPr/>
          <a:lstStyle>
            <a:lvl1pPr marL="0" marR="0" indent="0" algn="ctr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9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pPr marL="0" marR="0" lvl="0" indent="0" algn="l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9823783-F8CE-C00A-E2E8-141FB0CBA29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9704158" y="5712824"/>
            <a:ext cx="3296717" cy="4040777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txBody>
          <a:bodyPr/>
          <a:lstStyle>
            <a:lvl1pPr marL="0" marR="0" indent="0" algn="ctr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9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pPr marL="0" marR="0" lvl="0" indent="0" algn="l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7046747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-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50CA1-FF95-DB59-A307-6E7802C571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489" y="2139913"/>
            <a:ext cx="5536174" cy="1235456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1"/>
            <a:ext cx="13004800" cy="9753600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marR="0" indent="0" algn="ctr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9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pPr marL="0" marR="0" lvl="0" indent="0" algn="l" defTabSz="975390" rtl="0" eaLnBrk="1" fontAlgn="auto" latinLnBrk="0" hangingPunct="1">
              <a:lnSpc>
                <a:spcPts val="2773"/>
              </a:lnSpc>
              <a:spcBef>
                <a:spcPts val="853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954846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A19231-8A35-C0C4-A52C-FD510095F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489" y="2139913"/>
            <a:ext cx="11216640" cy="123545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E5F18-0F44-D0C4-865B-4F1686C20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489" y="3588256"/>
            <a:ext cx="11216640" cy="5757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text level</a:t>
            </a:r>
          </a:p>
          <a:p>
            <a:pPr lvl="1"/>
            <a:r>
              <a:rPr lang="en-US" dirty="0"/>
              <a:t>Second text level</a:t>
            </a:r>
          </a:p>
          <a:p>
            <a:pPr lvl="2"/>
            <a:r>
              <a:rPr lang="en-US" dirty="0"/>
              <a:t>Third text level</a:t>
            </a:r>
          </a:p>
          <a:p>
            <a:pPr lvl="2"/>
            <a:r>
              <a:rPr lang="en-US" dirty="0"/>
              <a:t>Third text level</a:t>
            </a:r>
          </a:p>
          <a:p>
            <a:pPr lvl="3"/>
            <a:r>
              <a:rPr lang="en-US" dirty="0"/>
              <a:t>Fourth text level</a:t>
            </a:r>
          </a:p>
          <a:p>
            <a:pPr lvl="4"/>
            <a:r>
              <a:rPr lang="en-US" dirty="0"/>
              <a:t>Fifth text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7C836-75E5-4C64-D3C5-1D1833BAD80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48086" y="8826366"/>
            <a:ext cx="739046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3DEE38-7B4E-C8A4-CC0C-614E4A2B6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4579" y="329238"/>
            <a:ext cx="5859012" cy="90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2632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</p:sldLayoutIdLst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3840" b="0" i="0" kern="1200">
          <a:solidFill>
            <a:schemeClr val="tx2"/>
          </a:solidFill>
          <a:latin typeface="Georgia" panose="02040502050405020303" pitchFamily="18" charset="0"/>
          <a:ea typeface="+mj-ea"/>
          <a:cs typeface="Arial" panose="020B0604020202020204" pitchFamily="34" charset="0"/>
        </a:defRPr>
      </a:lvl1pPr>
    </p:titleStyle>
    <p:bodyStyle>
      <a:lvl1pPr marL="243848" indent="-243848" algn="l" defTabSz="975390" rtl="0" eaLnBrk="1" latinLnBrk="0" hangingPunct="1">
        <a:lnSpc>
          <a:spcPct val="120000"/>
        </a:lnSpc>
        <a:spcBef>
          <a:spcPts val="1067"/>
        </a:spcBef>
        <a:buClr>
          <a:schemeClr val="tx2"/>
        </a:buClr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31543" indent="-243848" algn="l" defTabSz="975390" rtl="0" eaLnBrk="1" latinLnBrk="0" hangingPunct="1">
        <a:lnSpc>
          <a:spcPct val="120000"/>
        </a:lnSpc>
        <a:spcBef>
          <a:spcPts val="1067"/>
        </a:spcBef>
        <a:buClr>
          <a:schemeClr val="tx2"/>
        </a:buClr>
        <a:buFont typeface="System Font Regular"/>
        <a:buChar char="−"/>
        <a:defRPr sz="2133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19238" indent="-243848" algn="l" defTabSz="975390" rtl="0" eaLnBrk="1" latinLnBrk="0" hangingPunct="1">
        <a:lnSpc>
          <a:spcPct val="120000"/>
        </a:lnSpc>
        <a:spcBef>
          <a:spcPts val="1067"/>
        </a:spcBef>
        <a:buClr>
          <a:schemeClr val="tx2"/>
        </a:buClr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06933" indent="-243848" algn="l" defTabSz="975390" rtl="0" eaLnBrk="1" latinLnBrk="0" hangingPunct="1">
        <a:lnSpc>
          <a:spcPct val="120000"/>
        </a:lnSpc>
        <a:spcBef>
          <a:spcPts val="1067"/>
        </a:spcBef>
        <a:buClr>
          <a:schemeClr val="tx2"/>
        </a:buClr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94629" indent="-243848" algn="l" defTabSz="975390" rtl="0" eaLnBrk="1" latinLnBrk="0" hangingPunct="1">
        <a:lnSpc>
          <a:spcPct val="120000"/>
        </a:lnSpc>
        <a:spcBef>
          <a:spcPts val="1067"/>
        </a:spcBef>
        <a:buClr>
          <a:schemeClr val="tx2"/>
        </a:buClr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10FA-7ECD-D4D9-D377-60E0FE6A90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6462" y="296883"/>
            <a:ext cx="11977211" cy="6123203"/>
          </a:xfrm>
        </p:spPr>
        <p:txBody>
          <a:bodyPr/>
          <a:lstStyle/>
          <a:p>
            <a:pPr algn="ctr"/>
            <a:r>
              <a:rPr dirty="0"/>
              <a:t>Lecture </a:t>
            </a:r>
            <a:r>
              <a:rPr lang="en-US" dirty="0"/>
              <a:t>XX</a:t>
            </a:r>
            <a:r>
              <a:rPr dirty="0"/>
              <a:t> —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Topic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73CCE-562D-8451-99E0-194B6D8D3B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6462" y="6809132"/>
            <a:ext cx="9753600" cy="1589339"/>
          </a:xfrm>
          <a:prstGeom prst="rect">
            <a:avLst/>
          </a:prstGeom>
        </p:spPr>
        <p:txBody>
          <a:bodyPr/>
          <a:lstStyle/>
          <a:p>
            <a:r>
              <a:rPr dirty="0"/>
              <a:t>PHY199-RAP · Energy in the 21st Century</a:t>
            </a:r>
            <a:br>
              <a:rPr dirty="0"/>
            </a:br>
            <a:br>
              <a:rPr dirty="0"/>
            </a:br>
            <a:r>
              <a:rPr dirty="0"/>
              <a:t>Dr. Salvatore Rappoccio</a:t>
            </a:r>
          </a:p>
        </p:txBody>
      </p:sp>
      <p:sp>
        <p:nvSpPr>
          <p:cNvPr id="4" name=" 3"/>
          <p:cNvSpPr/>
          <p:nvPr/>
        </p:nvSpPr>
        <p:spPr/>
        <p:txBody>
          <a:bodyPr/>
          <a:lstStyle/>
          <a:p>
            <a:endParaRPr lang="en-US" sz="192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83802-2EBA-BD5D-E58E-DE63B3869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Usage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63B94-22F6-927D-6160-44BF39843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069677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theme/theme1.xml><?xml version="1.0" encoding="utf-8"?>
<a:theme xmlns:a="http://schemas.openxmlformats.org/drawingml/2006/main" name="UBOfficial">
  <a:themeElements>
    <a:clrScheme name="UB Brand Colors">
      <a:dk1>
        <a:srgbClr val="FFFFFF"/>
      </a:dk1>
      <a:lt1>
        <a:srgbClr val="4D4D4D"/>
      </a:lt1>
      <a:dk2>
        <a:srgbClr val="FFFFFF"/>
      </a:dk2>
      <a:lt2>
        <a:srgbClr val="005BBB"/>
      </a:lt2>
      <a:accent1>
        <a:srgbClr val="005BBB"/>
      </a:accent1>
      <a:accent2>
        <a:srgbClr val="2F9FD0"/>
      </a:accent2>
      <a:accent3>
        <a:srgbClr val="E56954"/>
      </a:accent3>
      <a:accent4>
        <a:srgbClr val="002F56"/>
      </a:accent4>
      <a:accent5>
        <a:srgbClr val="E3E3E3"/>
      </a:accent5>
      <a:accent6>
        <a:srgbClr val="006570"/>
      </a:accent6>
      <a:hlink>
        <a:srgbClr val="005BBB"/>
      </a:hlink>
      <a:folHlink>
        <a:srgbClr val="2F9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BOfficial" id="{18509813-927B-5742-8F3A-1F3B30009E7C}" vid="{38A77CD0-F947-CE49-A1D8-95B7FAC0523E}"/>
    </a:ext>
  </a:extLst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00A6AC"/>
      </a:accent2>
      <a:accent3>
        <a:srgbClr val="308B16"/>
      </a:accent3>
      <a:accent4>
        <a:srgbClr val="BC8027"/>
      </a:accent4>
      <a:accent5>
        <a:srgbClr val="971817"/>
      </a:accent5>
      <a:accent6>
        <a:srgbClr val="5747C1"/>
      </a:accent6>
      <a:hlink>
        <a:srgbClr val="0000FF"/>
      </a:hlink>
      <a:folHlink>
        <a:srgbClr val="FF00FF"/>
      </a:folHlink>
    </a:clrScheme>
    <a:fontScheme name="Black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UBOfficial</Template>
  <TotalTime>21923</TotalTime>
  <Words>22</Words>
  <Application>Microsoft Macintosh PowerPoint</Application>
  <PresentationFormat>Custom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Georgia</vt:lpstr>
      <vt:lpstr>Helvetica Neue</vt:lpstr>
      <vt:lpstr>System Font Regular</vt:lpstr>
      <vt:lpstr>UBOfficial</vt:lpstr>
      <vt:lpstr>Lecture XX —   Topic</vt:lpstr>
      <vt:lpstr>AI Usage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Salvatore Rappoccio</cp:lastModifiedBy>
  <cp:revision>114</cp:revision>
  <dcterms:modified xsi:type="dcterms:W3CDTF">2026-10-01T14:36:36Z</dcterms:modified>
</cp:coreProperties>
</file>